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73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7BF5"/>
    <a:srgbClr val="0048CE"/>
    <a:srgbClr val="0096B4"/>
    <a:srgbClr val="0A3D62"/>
    <a:srgbClr val="FFFC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14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687317-EE7F-1948-FD15-EC0CC9298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FF87CB0-2553-E9FC-37CA-246176377C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9CED1A9-40A6-2448-17DC-C1D7DD4A6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F98C99-D519-81E1-8A7C-0F44CD316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A85B66-76CC-C7E7-C239-F2A802C5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651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DB95BC-7D54-8A28-9E11-CDF38E12C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A462CC-3B6F-AB31-2DD6-BFC1D3411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239BC1-A9F3-83A5-8B0E-1356ECBBD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B70B96-4FEB-AB39-F869-318875040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184338-A658-8530-EF2A-67ADA30D8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1398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703E38-DBE7-357B-CFCB-B87EC5946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40ABCCA-39D3-5697-B6CA-E2D72407DE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CD69A0-67E5-7973-9456-8F0E7E6A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7CAF2B-32A0-73B7-0128-EA0A507E7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B83589-0D3B-CA0A-944A-459C7B35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9774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95361B-90C8-988C-8C67-A1C8C1409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7548D9-DE7A-4C49-2427-FF205215AA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E71C06-2FAC-CC25-BC78-099A79D6A9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D72115E-0BE6-D52D-F681-F441AF634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A5BB53D-BDCE-FFC6-5B2F-419BF88B7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D692B7A-49C1-1E9C-3000-8FE1E5DDA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375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795815-56E2-3C8C-3584-8F6A82D34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818DE5A-0FCA-2FD9-9ED4-6E05D7CEC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3E7EC9A-92A1-EFA7-582F-0CE576CBF5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DD1D286-EB0F-8CD1-9BBB-60DC4EA1D2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9DEDD92-E27E-D748-170C-DBD08915FF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0BE9DE6-89E7-E0AB-54C8-DB5047097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249B42-1047-89C5-EFD1-9D5AAD108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47B4958-5946-70D5-5447-46414A246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959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40BC7B-A631-EB0D-5ECF-8E54CF53A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F7A92B9-9C7E-217A-0C1E-4E2BFB07F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47A824C-B9AF-A24D-6ACB-2A533ABC2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5571126-72BC-2F2C-32F5-4550C76B3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6211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245425E-63F1-8C7B-549D-2501738EB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D15BD37-743A-3555-D594-4EB395EDB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8F4A7F-BBC8-8B36-2188-7AD1DB6C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3420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DAC974-1F11-FBDF-E924-00EFB060D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AE1FF8B-5449-16C1-9117-6A9AF3F19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933095F-2F71-A5EF-AA0E-E2E46581DC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2D3D2C-C045-58EC-593E-01ED19C3F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15534F9-98DA-7FFC-7497-068309D80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228BDC1-A0EA-621D-1E4F-B7AB87832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2836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9795EE-5CBD-2CA9-5410-1BD98349A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AAC34C-6561-C8CC-1C2F-6675652D18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1B6923B-BE4B-0242-704E-A24ED1E39C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67A3707-393A-AA57-BE0F-9146B734C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DD6A942-7DEA-8CB8-E636-F99A852FE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2972AF-4114-7143-3BB1-BB1799CB0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8813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DE440D-4A08-996F-6F9D-5EAACC1EC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EA89773-6E70-2454-3694-6E6E94AE76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9AACA9-A3A4-7359-44D3-7B120F462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BC84EE-31D0-C11F-77B6-56A5F3D1D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59F289-437F-9D3E-AB4E-715543EF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012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566F4D7-A7D1-62BC-6AD1-86009288BD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3DF113C-89AD-BBC1-2D33-805714412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74B0C4-B5CD-03FF-EA31-9602995C2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269FB6-3AFE-E1C1-A6D0-38908435D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49A872-3A4D-4886-370B-CEB3F6983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585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BAC242A-94BD-4A9E-21E0-8F4C05481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124D57-F158-A3F1-64ED-D777AD5BC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1C5B-1A48-0B0D-00BB-ED3B93CC61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1A1311-718C-4E8E-8010-28C99C476D3E}" type="datetimeFigureOut">
              <a:rPr lang="zh-CN" altLang="en-US" smtClean="0"/>
              <a:t>2026/7/6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C69252-B5BF-21FB-31A8-10B7AC59CE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3F8026-D52C-69F6-ABDA-B04755E87D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B52537-7E0A-4414-9903-E514EDC45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9848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803B6467-763A-9D02-53E0-49CDED985840}"/>
              </a:ext>
            </a:extLst>
          </p:cNvPr>
          <p:cNvSpPr/>
          <p:nvPr/>
        </p:nvSpPr>
        <p:spPr>
          <a:xfrm>
            <a:off x="0" y="4053249"/>
            <a:ext cx="12192000" cy="2709193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zh-CN" altLang="en-US" dirty="0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5F1B4B02-AA08-F23A-BC90-8368519466D7}"/>
              </a:ext>
            </a:extLst>
          </p:cNvPr>
          <p:cNvSpPr txBox="1">
            <a:spLocks/>
          </p:cNvSpPr>
          <p:nvPr/>
        </p:nvSpPr>
        <p:spPr>
          <a:xfrm>
            <a:off x="1524000" y="2297336"/>
            <a:ext cx="9144000" cy="109962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b="1" dirty="0">
                <a:effectLst>
                  <a:innerShdw blurRad="114300">
                    <a:prstClr val="black"/>
                  </a:innerShdw>
                </a:effectLst>
                <a:latin typeface="+mn-ea"/>
                <a:ea typeface="+mn-ea"/>
              </a:rPr>
              <a:t>标题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0E291F7-7C7C-34E1-755A-DD67448DE9EB}"/>
              </a:ext>
            </a:extLst>
          </p:cNvPr>
          <p:cNvSpPr/>
          <p:nvPr/>
        </p:nvSpPr>
        <p:spPr>
          <a:xfrm>
            <a:off x="0" y="4148805"/>
            <a:ext cx="12192000" cy="2709193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副标题 2">
            <a:extLst>
              <a:ext uri="{FF2B5EF4-FFF2-40B4-BE49-F238E27FC236}">
                <a16:creationId xmlns:a16="http://schemas.microsoft.com/office/drawing/2014/main" id="{7828951D-D130-BB31-6D00-5E23884CD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7751" y="4900655"/>
            <a:ext cx="3517260" cy="1205494"/>
          </a:xfrm>
        </p:spPr>
        <p:txBody>
          <a:bodyPr>
            <a:norm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latin typeface="+mn-ea"/>
              </a:rPr>
              <a:t>制作人 王小明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F712D54D-5998-E98F-5664-1AAA178138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195" y="6106149"/>
            <a:ext cx="5721796" cy="440494"/>
          </a:xfrm>
          <a:prstGeom prst="rect">
            <a:avLst/>
          </a:prstGeom>
          <a:noFill/>
          <a:ln w="9525">
            <a:noFill/>
            <a:bevel/>
          </a:ln>
        </p:spPr>
        <p:txBody>
          <a:bodyPr anchor="ctr"/>
          <a:lstStyle/>
          <a:p>
            <a:pPr eaLnBrk="1" hangingPunct="1">
              <a:defRPr/>
            </a:pPr>
            <a:r>
              <a:rPr lang="en-US" altLang="zh-CN" sz="1400" b="1" dirty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Prepared by AIR-Tech@ </a:t>
            </a:r>
            <a:fld id="{5853BA87-C0A4-4D40-A7D0-264FBDFF6174}" type="datetime9">
              <a:rPr lang="en-US" altLang="zh-CN" sz="1400" b="1" dirty="0" smtClean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7/6/2026 6:24:31 PM</a:t>
            </a:fld>
            <a:endParaRPr lang="zh-CN" altLang="en-US" sz="1400" b="1" dirty="0">
              <a:solidFill>
                <a:srgbClr val="0096B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9112190-9BDB-4E61-23A6-C9C747C60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912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DFDFFA-7225-6DC6-8F5A-9EF12E962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355744B-45F1-D3D2-4542-BB06029776E0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81B7505-5F3C-36F1-0F81-ED55EC9A81CA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B84AC7C2-E82B-3795-B485-7DECE7C37686}"/>
              </a:ext>
            </a:extLst>
          </p:cNvPr>
          <p:cNvSpPr txBox="1">
            <a:spLocks/>
          </p:cNvSpPr>
          <p:nvPr/>
        </p:nvSpPr>
        <p:spPr>
          <a:xfrm>
            <a:off x="1685686" y="760689"/>
            <a:ext cx="3233011" cy="1292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6000" b="1" dirty="0">
                <a:latin typeface="+mn-ea"/>
                <a:ea typeface="+mn-ea"/>
              </a:rPr>
              <a:t>目录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6B06544-18DC-8820-7975-217DF2D8B31B}"/>
              </a:ext>
            </a:extLst>
          </p:cNvPr>
          <p:cNvSpPr/>
          <p:nvPr/>
        </p:nvSpPr>
        <p:spPr>
          <a:xfrm>
            <a:off x="1610015" y="2458115"/>
            <a:ext cx="136026" cy="143584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74C6DA-EA88-8B5D-DFAD-3E9BB6239C8E}"/>
              </a:ext>
            </a:extLst>
          </p:cNvPr>
          <p:cNvSpPr/>
          <p:nvPr/>
        </p:nvSpPr>
        <p:spPr>
          <a:xfrm>
            <a:off x="1610015" y="3318693"/>
            <a:ext cx="136026" cy="143584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A003B26-6273-B383-1438-0C6725968588}"/>
              </a:ext>
            </a:extLst>
          </p:cNvPr>
          <p:cNvSpPr/>
          <p:nvPr/>
        </p:nvSpPr>
        <p:spPr>
          <a:xfrm>
            <a:off x="1610015" y="4179271"/>
            <a:ext cx="136026" cy="143584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98D6A76-CEDC-15CA-F25C-FDDF1BFE9CAF}"/>
              </a:ext>
            </a:extLst>
          </p:cNvPr>
          <p:cNvSpPr/>
          <p:nvPr/>
        </p:nvSpPr>
        <p:spPr>
          <a:xfrm>
            <a:off x="1610015" y="5039849"/>
            <a:ext cx="136026" cy="143584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C516E1A-2B28-37F2-0FCF-6439294ED17E}"/>
              </a:ext>
            </a:extLst>
          </p:cNvPr>
          <p:cNvSpPr txBox="1"/>
          <p:nvPr/>
        </p:nvSpPr>
        <p:spPr>
          <a:xfrm>
            <a:off x="2270877" y="3098097"/>
            <a:ext cx="6127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rgbClr val="0048CE"/>
                </a:solidFill>
              </a:rPr>
              <a:t>设计创新点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3BE3C3F-BA9F-9506-BF48-8E4736934F2F}"/>
              </a:ext>
            </a:extLst>
          </p:cNvPr>
          <p:cNvSpPr txBox="1"/>
          <p:nvPr/>
        </p:nvSpPr>
        <p:spPr>
          <a:xfrm>
            <a:off x="2270875" y="3958675"/>
            <a:ext cx="6127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rgbClr val="0048CE"/>
                </a:solidFill>
              </a:rPr>
              <a:t>主要设计难点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A00FC14-B131-15EE-46CE-A39525270C23}"/>
              </a:ext>
            </a:extLst>
          </p:cNvPr>
          <p:cNvSpPr txBox="1"/>
          <p:nvPr/>
        </p:nvSpPr>
        <p:spPr>
          <a:xfrm>
            <a:off x="2270876" y="4819253"/>
            <a:ext cx="6127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rgbClr val="0048CE"/>
                </a:solidFill>
              </a:rPr>
              <a:t>接下来的规划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6C14CB-3497-B49B-C8D4-E0AFBC6FC128}"/>
              </a:ext>
            </a:extLst>
          </p:cNvPr>
          <p:cNvSpPr txBox="1"/>
          <p:nvPr/>
        </p:nvSpPr>
        <p:spPr>
          <a:xfrm>
            <a:off x="2270877" y="2237519"/>
            <a:ext cx="6127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rgbClr val="0048CE"/>
                </a:solidFill>
              </a:rPr>
              <a:t>主要设计安排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92E6669-4FF9-541C-621A-6FAA63B8EA2B}"/>
              </a:ext>
            </a:extLst>
          </p:cNvPr>
          <p:cNvSpPr txBox="1"/>
          <p:nvPr/>
        </p:nvSpPr>
        <p:spPr>
          <a:xfrm>
            <a:off x="2270876" y="5679831"/>
            <a:ext cx="6127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rgbClr val="0048CE"/>
                </a:solidFill>
              </a:rPr>
              <a:t>总结与展望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E56AE9-95F8-379E-7FEE-CAFC3EEBB9F3}"/>
              </a:ext>
            </a:extLst>
          </p:cNvPr>
          <p:cNvSpPr/>
          <p:nvPr/>
        </p:nvSpPr>
        <p:spPr>
          <a:xfrm>
            <a:off x="1610015" y="5900427"/>
            <a:ext cx="136026" cy="143584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261416FB-6877-BA3A-2BB4-B4ACD0FA2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5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1BD646-838B-2071-AE7E-E2EAD94A6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BB2B750-3E03-C0C8-67B9-192E4B9BCEAA}"/>
              </a:ext>
            </a:extLst>
          </p:cNvPr>
          <p:cNvSpPr/>
          <p:nvPr/>
        </p:nvSpPr>
        <p:spPr>
          <a:xfrm>
            <a:off x="0" y="4053249"/>
            <a:ext cx="12192000" cy="2709193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E414B79-C6DC-2DFE-D9CD-5C62B5D5D4B1}"/>
              </a:ext>
            </a:extLst>
          </p:cNvPr>
          <p:cNvSpPr/>
          <p:nvPr/>
        </p:nvSpPr>
        <p:spPr>
          <a:xfrm>
            <a:off x="0" y="4148805"/>
            <a:ext cx="12192000" cy="2709193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副标题 2">
            <a:extLst>
              <a:ext uri="{FF2B5EF4-FFF2-40B4-BE49-F238E27FC236}">
                <a16:creationId xmlns:a16="http://schemas.microsoft.com/office/drawing/2014/main" id="{D1E3830A-65AA-9A7B-02C0-342521E19E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7751" y="4900655"/>
            <a:ext cx="3517260" cy="1205494"/>
          </a:xfrm>
        </p:spPr>
        <p:txBody>
          <a:bodyPr>
            <a:norm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latin typeface="+mn-ea"/>
              </a:rPr>
              <a:t>介绍有关部分</a:t>
            </a:r>
            <a:endParaRPr lang="en-US" altLang="zh-CN" sz="3200" b="1" dirty="0">
              <a:solidFill>
                <a:schemeClr val="bg1"/>
              </a:solidFill>
              <a:latin typeface="+mn-ea"/>
            </a:endParaRPr>
          </a:p>
          <a:p>
            <a:r>
              <a:rPr lang="zh-CN" altLang="en-US" sz="3200" b="1" dirty="0">
                <a:solidFill>
                  <a:schemeClr val="bg1"/>
                </a:solidFill>
                <a:latin typeface="+mn-ea"/>
              </a:rPr>
              <a:t>的分工与安排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23D3ADBF-4AFC-CCC2-9583-4CB1F2DB9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195" y="6106149"/>
            <a:ext cx="5721796" cy="440494"/>
          </a:xfrm>
          <a:prstGeom prst="rect">
            <a:avLst/>
          </a:prstGeom>
          <a:noFill/>
          <a:ln w="9525">
            <a:noFill/>
            <a:bevel/>
          </a:ln>
        </p:spPr>
        <p:txBody>
          <a:bodyPr anchor="ctr"/>
          <a:lstStyle/>
          <a:p>
            <a:pPr eaLnBrk="1" hangingPunct="1">
              <a:defRPr/>
            </a:pPr>
            <a:r>
              <a:rPr lang="en-US" altLang="zh-CN" sz="1400" b="1" dirty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Prepared by AIR-Tech@ </a:t>
            </a:r>
            <a:fld id="{5853BA87-C0A4-4D40-A7D0-264FBDFF6174}" type="datetime9">
              <a:rPr lang="en-US" altLang="zh-CN" sz="1400" b="1" dirty="0" smtClean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7/6/2026 6:24:46 PM</a:t>
            </a:fld>
            <a:endParaRPr lang="zh-CN" altLang="en-US" sz="1400" b="1" dirty="0">
              <a:solidFill>
                <a:srgbClr val="0096B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89D0C88-12C8-B08E-1A88-2C340F798154}"/>
              </a:ext>
            </a:extLst>
          </p:cNvPr>
          <p:cNvSpPr txBox="1"/>
          <p:nvPr/>
        </p:nvSpPr>
        <p:spPr>
          <a:xfrm>
            <a:off x="3045093" y="2058914"/>
            <a:ext cx="609490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6000" b="1" dirty="0"/>
              <a:t>主要设计安排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FD73AC0-64E2-6011-7503-5C4E33113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9638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10225D-3F2D-B929-89C3-FA688321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58F66D8-9C85-0B6E-86F2-EF89B0FD9A30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46D18A-D547-88A1-DF73-23FE03A6E744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27BC13CC-BC92-B8A4-C971-AD9CD4444083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主要设计安排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6418F73-08AD-6D72-0DD8-C771394BF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3048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684B31-ED15-B55C-7160-E7212092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B1A5990-195A-A2F7-78A6-55E997C6D1A7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1F80DD2-07CE-CDFF-53A2-5540DC0A964F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3712CC9-C771-4BB3-4D74-C13AF679A243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主要设计安排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7583846-E34D-4EC8-A84F-1347D83438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024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36DEF-A8A3-249E-AEAF-B87D4F84F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BEB91E4-9B70-1A70-05DC-BCBCE47D42B0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69A4F58-3216-0759-EBCB-4066F6EBFCA7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5EB27059-DA1E-9A50-2D05-78DFAF4053E9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主要设计安排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AC7E6CA-8BCE-2E30-F555-C4C41C7C9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5267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EC9752-F113-86CD-71A7-F81D1FF79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C086FB3-8F05-DF86-337B-25FD87858D80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203A330-E95A-B200-2A00-69988F326D2A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73AB06F4-C672-FEB9-841D-0E58D7E8CAAA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主要设计安排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A029E07-E7D9-E61D-D5E7-D363F1EDB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5142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B2EC7C-6960-7EFD-2B46-25A8837E5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0BA7EE98-90E2-1FD3-65E1-7902690D96A1}"/>
              </a:ext>
            </a:extLst>
          </p:cNvPr>
          <p:cNvSpPr/>
          <p:nvPr/>
        </p:nvSpPr>
        <p:spPr>
          <a:xfrm>
            <a:off x="0" y="4053249"/>
            <a:ext cx="12192000" cy="2709193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6D4E67-2C1E-AA7E-53DC-639F3FE8E002}"/>
              </a:ext>
            </a:extLst>
          </p:cNvPr>
          <p:cNvSpPr/>
          <p:nvPr/>
        </p:nvSpPr>
        <p:spPr>
          <a:xfrm>
            <a:off x="0" y="4148807"/>
            <a:ext cx="12192000" cy="2709193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副标题 2">
            <a:extLst>
              <a:ext uri="{FF2B5EF4-FFF2-40B4-BE49-F238E27FC236}">
                <a16:creationId xmlns:a16="http://schemas.microsoft.com/office/drawing/2014/main" id="{EA7ECD4E-B21F-EB65-5CC5-50F894D9EA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7751" y="4900655"/>
            <a:ext cx="3517260" cy="1205494"/>
          </a:xfrm>
        </p:spPr>
        <p:txBody>
          <a:bodyPr>
            <a:norm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latin typeface="+mn-ea"/>
              </a:rPr>
              <a:t>介绍几个新</a:t>
            </a:r>
            <a:endParaRPr lang="en-US" altLang="zh-CN" sz="3200" b="1" dirty="0">
              <a:solidFill>
                <a:schemeClr val="bg1"/>
              </a:solidFill>
              <a:latin typeface="+mn-ea"/>
            </a:endParaRPr>
          </a:p>
          <a:p>
            <a:r>
              <a:rPr lang="zh-CN" altLang="en-US" sz="3200" b="1" dirty="0">
                <a:solidFill>
                  <a:schemeClr val="bg1"/>
                </a:solidFill>
                <a:latin typeface="+mn-ea"/>
              </a:rPr>
              <a:t>的设计与想法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290565C4-084A-EEF0-FDE0-2EB5E689EC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195" y="6106149"/>
            <a:ext cx="5721796" cy="440494"/>
          </a:xfrm>
          <a:prstGeom prst="rect">
            <a:avLst/>
          </a:prstGeom>
          <a:noFill/>
          <a:ln w="9525">
            <a:noFill/>
            <a:bevel/>
          </a:ln>
        </p:spPr>
        <p:txBody>
          <a:bodyPr anchor="ctr"/>
          <a:lstStyle/>
          <a:p>
            <a:pPr eaLnBrk="1" hangingPunct="1">
              <a:defRPr/>
            </a:pPr>
            <a:r>
              <a:rPr lang="en-US" altLang="zh-CN" sz="1400" b="1" dirty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Prepared by AIR-Tech@ </a:t>
            </a:r>
            <a:fld id="{5853BA87-C0A4-4D40-A7D0-264FBDFF6174}" type="datetime9">
              <a:rPr lang="en-US" altLang="zh-CN" sz="1400" b="1" dirty="0" smtClean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7/6/2026 6:24:58 PM</a:t>
            </a:fld>
            <a:endParaRPr lang="zh-CN" altLang="en-US" sz="1400" b="1" dirty="0">
              <a:solidFill>
                <a:srgbClr val="0096B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C30A862-A58D-793A-2404-8EE0017FC568}"/>
              </a:ext>
            </a:extLst>
          </p:cNvPr>
          <p:cNvSpPr txBox="1"/>
          <p:nvPr/>
        </p:nvSpPr>
        <p:spPr>
          <a:xfrm>
            <a:off x="3045093" y="2249386"/>
            <a:ext cx="609490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6000" b="1" dirty="0"/>
              <a:t>设计创新点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0F127E9-E6E6-ECE6-85FA-397F52188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4199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A03F8C-C045-90F0-A222-070B35787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C1B2792-69C3-C466-E7EA-417A80EC82BB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841BCEB-F417-F8EE-344B-EB83CCF99B93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3A80A810-8913-F220-68A6-39FB751BF7F0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设计创新点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7B8407C-BBB8-0DC7-00E4-6ACC6D68E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176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A20043-3752-6B5B-403D-9898552D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D860C2E-D041-938F-7BF3-4F968BF8D321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59AC269-712C-6EEF-0FE7-E187850D887E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78EB67BA-7F2B-3602-45FC-3077F436A0E4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设计创新点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BE2E395-373B-5E05-D56D-F4D670F20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811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3E3B45-CCB9-4C47-4066-6CF2606ED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7770353-D84D-1ECA-D72B-2B275BC24BB3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1BA7F92-D9CE-8A0C-B511-4C88D3ECEE48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4242F033-DCD9-F194-93B4-DC4D33BE030F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设计创新点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6B19234-4326-6431-12DD-7EC4E6098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44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D2D43-DEE3-B75E-637B-B0F4B7AC9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0C7F41B-A665-5E04-71D6-3E29222DA6F3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D5B362D-720E-5B69-5579-842BC1C1A454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D9D74187-D9FF-008C-4D63-99989B54BF30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设计创新点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AAF458C-B99B-9902-B09C-2156F10AA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050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93E230-D23D-B963-D27F-CE6D0C2B7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288221B-A446-666D-92CB-0F0BF1CDDC89}"/>
              </a:ext>
            </a:extLst>
          </p:cNvPr>
          <p:cNvSpPr/>
          <p:nvPr/>
        </p:nvSpPr>
        <p:spPr>
          <a:xfrm>
            <a:off x="0" y="4053249"/>
            <a:ext cx="12192000" cy="2709193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A7A354F-AF57-7422-DDE5-81A1986399EE}"/>
              </a:ext>
            </a:extLst>
          </p:cNvPr>
          <p:cNvSpPr/>
          <p:nvPr/>
        </p:nvSpPr>
        <p:spPr>
          <a:xfrm>
            <a:off x="-50800" y="4148807"/>
            <a:ext cx="12192000" cy="2709193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副标题 2">
            <a:extLst>
              <a:ext uri="{FF2B5EF4-FFF2-40B4-BE49-F238E27FC236}">
                <a16:creationId xmlns:a16="http://schemas.microsoft.com/office/drawing/2014/main" id="{DD31E354-877F-B5F2-73B4-AA7F720A7A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7751" y="4900655"/>
            <a:ext cx="3517260" cy="1205494"/>
          </a:xfrm>
        </p:spPr>
        <p:txBody>
          <a:bodyPr>
            <a:norm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latin typeface="+mn-ea"/>
              </a:rPr>
              <a:t>设计遇到的</a:t>
            </a:r>
            <a:endParaRPr lang="en-US" altLang="zh-CN" sz="3200" b="1" dirty="0">
              <a:solidFill>
                <a:schemeClr val="bg1"/>
              </a:solidFill>
              <a:latin typeface="+mn-ea"/>
            </a:endParaRPr>
          </a:p>
          <a:p>
            <a:r>
              <a:rPr lang="zh-CN" altLang="en-US" sz="3200" b="1" dirty="0">
                <a:solidFill>
                  <a:schemeClr val="bg1"/>
                </a:solidFill>
                <a:latin typeface="+mn-ea"/>
              </a:rPr>
              <a:t>不确定和难点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478FBE7A-40FE-3C72-D9B7-5F238B238B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195" y="6106149"/>
            <a:ext cx="5721796" cy="440494"/>
          </a:xfrm>
          <a:prstGeom prst="rect">
            <a:avLst/>
          </a:prstGeom>
          <a:noFill/>
          <a:ln w="9525">
            <a:noFill/>
            <a:bevel/>
          </a:ln>
        </p:spPr>
        <p:txBody>
          <a:bodyPr anchor="ctr"/>
          <a:lstStyle/>
          <a:p>
            <a:pPr eaLnBrk="1" hangingPunct="1">
              <a:defRPr/>
            </a:pPr>
            <a:r>
              <a:rPr lang="en-US" altLang="zh-CN" sz="1400" b="1" dirty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Prepared by AIR-Tech@ </a:t>
            </a:r>
            <a:fld id="{5853BA87-C0A4-4D40-A7D0-264FBDFF6174}" type="datetime9">
              <a:rPr lang="en-US" altLang="zh-CN" sz="1400" b="1" dirty="0" smtClean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7/6/2026 6:25:10 PM</a:t>
            </a:fld>
            <a:endParaRPr lang="zh-CN" altLang="en-US" sz="1400" b="1" dirty="0">
              <a:solidFill>
                <a:srgbClr val="0096B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F87A3EB-05B5-DA0C-754A-2BACB7C60432}"/>
              </a:ext>
            </a:extLst>
          </p:cNvPr>
          <p:cNvSpPr txBox="1"/>
          <p:nvPr/>
        </p:nvSpPr>
        <p:spPr>
          <a:xfrm>
            <a:off x="3045093" y="2249386"/>
            <a:ext cx="609490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6000" b="1" dirty="0"/>
              <a:t>主要设计难点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6EB9898-2E58-43B2-3E99-587047714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416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ADB015-7DC2-4F08-710E-193AC6B81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4B1F38C-5B59-6582-F138-A9D5667D8250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4B2C2D2-DA16-5F2D-B086-7531318C0D89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D64B9A6A-1F5A-CA42-95E8-90BF5132E32D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主要设计难点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11A1ED9-8362-A7A9-8996-C6AB09E86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801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4C00F-8887-D131-E19F-062507C3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D838823-4074-60FD-918B-DE20F96E103C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C14F729-D65E-9381-2DF8-4FE946E3DAA0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3B989CFC-3E03-0F59-D0E9-0CAA82EC17A0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主要设计难点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FEEED35-E66A-B90B-442F-91F6BB60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6968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D5C2AF-556B-9621-BD57-FBFA6AA27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D78FB6-091F-2022-9C78-EB7F20D26C08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DB9CEB-AFB3-56FC-C858-B8B43A79F521}"/>
              </a:ext>
            </a:extLst>
          </p:cNvPr>
          <p:cNvSpPr/>
          <p:nvPr/>
        </p:nvSpPr>
        <p:spPr>
          <a:xfrm>
            <a:off x="0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85772F1B-21CC-FF92-08CE-8CD64AD83E53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主要设计难点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12C3C7F-93A5-5207-5D82-C64F942F0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5561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64D61C-98BC-1000-D73F-057D49919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B0E8B1B-EAA7-F736-1500-1CA149A1E8DD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8E07A2-384C-ACA1-2AA8-0EFE0C555FBF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20C251A3-3BA2-59F8-0319-81AA282CB128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主要设计难点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4414579-203C-59C3-FA68-F83A15BC8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810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B166B-DF22-82F8-A374-B42F4283E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AB853696-25E0-648F-25C1-4C1C045C864A}"/>
              </a:ext>
            </a:extLst>
          </p:cNvPr>
          <p:cNvSpPr/>
          <p:nvPr/>
        </p:nvSpPr>
        <p:spPr>
          <a:xfrm>
            <a:off x="0" y="4053249"/>
            <a:ext cx="12192000" cy="2709193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2F2127-8289-3911-873B-B8B458DCDD53}"/>
              </a:ext>
            </a:extLst>
          </p:cNvPr>
          <p:cNvSpPr/>
          <p:nvPr/>
        </p:nvSpPr>
        <p:spPr>
          <a:xfrm>
            <a:off x="0" y="4148807"/>
            <a:ext cx="12192000" cy="2709193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副标题 2">
            <a:extLst>
              <a:ext uri="{FF2B5EF4-FFF2-40B4-BE49-F238E27FC236}">
                <a16:creationId xmlns:a16="http://schemas.microsoft.com/office/drawing/2014/main" id="{D0674884-996F-82E0-017A-4ECABC69EC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7751" y="4900655"/>
            <a:ext cx="3517260" cy="1205494"/>
          </a:xfrm>
        </p:spPr>
        <p:txBody>
          <a:bodyPr>
            <a:norm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latin typeface="+mn-ea"/>
              </a:rPr>
              <a:t>接下来需要做部分未达到的遗憾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5A6E5C74-36FF-DC30-7F88-FEE1AE6727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195" y="6106149"/>
            <a:ext cx="5721796" cy="440494"/>
          </a:xfrm>
          <a:prstGeom prst="rect">
            <a:avLst/>
          </a:prstGeom>
          <a:noFill/>
          <a:ln w="9525">
            <a:noFill/>
            <a:bevel/>
          </a:ln>
        </p:spPr>
        <p:txBody>
          <a:bodyPr anchor="ctr"/>
          <a:lstStyle/>
          <a:p>
            <a:pPr eaLnBrk="1" hangingPunct="1">
              <a:defRPr/>
            </a:pPr>
            <a:r>
              <a:rPr lang="en-US" altLang="zh-CN" sz="1400" b="1" dirty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Prepared by AIR-Tech@ </a:t>
            </a:r>
            <a:fld id="{5853BA87-C0A4-4D40-A7D0-264FBDFF6174}" type="datetime9">
              <a:rPr lang="en-US" altLang="zh-CN" sz="1400" b="1" dirty="0" smtClean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7/6/2026 6:25:22 PM</a:t>
            </a:fld>
            <a:endParaRPr lang="zh-CN" altLang="en-US" sz="1400" b="1" dirty="0">
              <a:solidFill>
                <a:srgbClr val="0096B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C67AC4-919A-C2E0-F471-E99DB7D5C825}"/>
              </a:ext>
            </a:extLst>
          </p:cNvPr>
          <p:cNvSpPr txBox="1"/>
          <p:nvPr/>
        </p:nvSpPr>
        <p:spPr>
          <a:xfrm>
            <a:off x="3045093" y="2249386"/>
            <a:ext cx="609490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6000" b="1" dirty="0"/>
              <a:t>接下来的规划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25FDF1F-4C18-F423-643F-FC51D1280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5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83B666-6CF1-A393-0663-AD1A9AC88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E621D31-4CB9-B274-8807-DA2D65816D1C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5533B91-FB62-3FF3-6962-B25DAA8A4A9F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BDF3B1CF-7975-4412-98F0-32FF72F44D38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接下来的规划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4DC48EC-8912-5377-84F9-B9BAA6D26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037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2B1A5F-3FC7-633D-B33F-CF6F83561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90CE197-3686-4B01-5C90-04CEC9212F5F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96CA2C9-4BE2-578F-9DDE-F5950D93ED03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7BED06A0-CA3B-ADCD-8694-DA8FD461B51E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接下来的规划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44F7B69-1BBD-981C-790A-D846AA78A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532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64057B-4949-9E0C-F8BF-AAA443B3F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982514C-FE75-458B-0E8C-FA5BD22DD885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3999D6-8ECA-0A7E-5CBB-EC754869089B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EA80CDD0-CBF4-00D2-6768-4E8332415377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接下来的规划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C2343D6-DC2A-66E4-73BE-2EA47D6CD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966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B01EE-E148-643D-97C7-397A549AD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A2B449D-C3F2-3DAF-525A-14F8CBC5027A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C72CE05-CF5B-D4CB-4665-EB78128FABBF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329C5D16-56F4-F83B-85B4-C6596A765F2C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接下来的规划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386390C-3E1F-6208-EF35-DDF868450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9915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EFE05B-7645-F94F-C588-20C92F4E6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BF484ED5-7D05-E6FB-7077-019C0E601A5D}"/>
              </a:ext>
            </a:extLst>
          </p:cNvPr>
          <p:cNvSpPr/>
          <p:nvPr/>
        </p:nvSpPr>
        <p:spPr>
          <a:xfrm>
            <a:off x="0" y="4053249"/>
            <a:ext cx="12192000" cy="2709193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1729F9D-AE1B-2A1B-F0C9-5D7752704456}"/>
              </a:ext>
            </a:extLst>
          </p:cNvPr>
          <p:cNvSpPr/>
          <p:nvPr/>
        </p:nvSpPr>
        <p:spPr>
          <a:xfrm>
            <a:off x="0" y="4148805"/>
            <a:ext cx="12192000" cy="2709193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41521101-0052-C9AE-2B42-EE4744E601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195" y="6106149"/>
            <a:ext cx="5721796" cy="440494"/>
          </a:xfrm>
          <a:prstGeom prst="rect">
            <a:avLst/>
          </a:prstGeom>
          <a:noFill/>
          <a:ln w="9525">
            <a:noFill/>
            <a:bevel/>
          </a:ln>
        </p:spPr>
        <p:txBody>
          <a:bodyPr anchor="ctr"/>
          <a:lstStyle/>
          <a:p>
            <a:pPr eaLnBrk="1" hangingPunct="1">
              <a:defRPr/>
            </a:pPr>
            <a:r>
              <a:rPr lang="en-US" altLang="zh-CN" sz="1400" b="1" dirty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Prepared by AIR-Tech@ </a:t>
            </a:r>
            <a:fld id="{5853BA87-C0A4-4D40-A7D0-264FBDFF6174}" type="datetime9">
              <a:rPr lang="en-US" altLang="zh-CN" sz="1400" b="1" dirty="0" smtClean="0">
                <a:solidFill>
                  <a:srgbClr val="0096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7/6/2026 6:25:34 PM</a:t>
            </a:fld>
            <a:endParaRPr lang="zh-CN" altLang="en-US" sz="1400" b="1" dirty="0">
              <a:solidFill>
                <a:srgbClr val="0096B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8611506-9CF2-CED6-0673-98E0CC70569D}"/>
              </a:ext>
            </a:extLst>
          </p:cNvPr>
          <p:cNvSpPr txBox="1"/>
          <p:nvPr/>
        </p:nvSpPr>
        <p:spPr>
          <a:xfrm>
            <a:off x="3045093" y="2249386"/>
            <a:ext cx="609490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6000" b="1" dirty="0"/>
              <a:t>总结与展望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2492B44-DD2B-5C1A-B3EA-39328127E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721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FB84F-8C3A-DF2B-5AB3-1A1838206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D6BE0FD-4A42-40D8-5892-C79B4FE45942}"/>
              </a:ext>
            </a:extLst>
          </p:cNvPr>
          <p:cNvSpPr/>
          <p:nvPr/>
        </p:nvSpPr>
        <p:spPr>
          <a:xfrm>
            <a:off x="0" y="944628"/>
            <a:ext cx="2025283" cy="5913372"/>
          </a:xfrm>
          <a:prstGeom prst="rect">
            <a:avLst/>
          </a:prstGeom>
          <a:solidFill>
            <a:srgbClr val="177B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887F5B3-B8AC-FF1E-4F10-527D3E858F0B}"/>
              </a:ext>
            </a:extLst>
          </p:cNvPr>
          <p:cNvSpPr/>
          <p:nvPr/>
        </p:nvSpPr>
        <p:spPr>
          <a:xfrm>
            <a:off x="-1" y="1080655"/>
            <a:ext cx="2025283" cy="5777345"/>
          </a:xfrm>
          <a:prstGeom prst="rect">
            <a:avLst/>
          </a:prstGeom>
          <a:solidFill>
            <a:srgbClr val="0048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29962419-950E-2F5C-3A2B-CC4EE1AB3A23}"/>
              </a:ext>
            </a:extLst>
          </p:cNvPr>
          <p:cNvSpPr txBox="1">
            <a:spLocks/>
          </p:cNvSpPr>
          <p:nvPr/>
        </p:nvSpPr>
        <p:spPr>
          <a:xfrm>
            <a:off x="2231406" y="197312"/>
            <a:ext cx="4412506" cy="647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4000" b="1" dirty="0">
                <a:latin typeface="+mn-ea"/>
                <a:ea typeface="+mn-ea"/>
              </a:rPr>
              <a:t>总结与展望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FE7D64D-784C-B2AE-6A67-2BF9E2D4A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95" y="111507"/>
            <a:ext cx="1741460" cy="58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3480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152</Words>
  <Application>Microsoft Office PowerPoint</Application>
  <PresentationFormat>宽屏</PresentationFormat>
  <Paragraphs>49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2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c0 ex</dc:creator>
  <cp:lastModifiedBy>煜暄 陈</cp:lastModifiedBy>
  <cp:revision>8</cp:revision>
  <dcterms:created xsi:type="dcterms:W3CDTF">2025-09-25T15:24:44Z</dcterms:created>
  <dcterms:modified xsi:type="dcterms:W3CDTF">2026-07-06T10:25:44Z</dcterms:modified>
</cp:coreProperties>
</file>