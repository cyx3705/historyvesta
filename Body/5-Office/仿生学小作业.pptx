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159" t="37403" r="1451" b="5097"/>
          <a:stretch>
            <a:fillRect/>
          </a:stretch>
        </p:blipFill>
        <p:spPr>
          <a:xfrm>
            <a:off x="0" y="-5715"/>
            <a:ext cx="10308590" cy="68637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07870" y="2398395"/>
            <a:ext cx="10184765" cy="2387600"/>
          </a:xfrm>
        </p:spPr>
        <p:txBody>
          <a:bodyPr>
            <a:normAutofit/>
          </a:bodyPr>
          <a:p>
            <a:pPr algn="l"/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B-2</a:t>
            </a:r>
            <a:r>
              <a:rPr lang="zh-CN" altLang="en-US">
                <a:solidFill>
                  <a:schemeClr val="bg1"/>
                </a:solidFill>
              </a:rPr>
              <a:t>轰炸机中的仿生设计</a:t>
            </a:r>
            <a:r>
              <a:rPr lang="en-US" altLang="zh-CN"/>
              <a:t>   </a:t>
            </a:r>
            <a:br>
              <a:rPr lang="zh-CN" altLang="en-US"/>
            </a:br>
            <a:r>
              <a:rPr lang="en-US" altLang="zh-CN"/>
              <a:t>                                                </a:t>
            </a:r>
            <a:r>
              <a:rPr lang="zh-CN" altLang="en-US"/>
              <a:t>查询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找百科</a:t>
            </a:r>
            <a:r>
              <a:rPr lang="zh-CN" altLang="en-US" sz="1555">
                <a:sym typeface="+mn-ea"/>
              </a:rPr>
              <a:t>https://en.wikipedia.org/wiki/Northrop_B-2_Spirit#CITEREFEvans2004</a:t>
            </a:r>
            <a:endParaRPr lang="zh-CN" altLang="en-US" sz="1555"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93215"/>
            <a:ext cx="4173855" cy="3097530"/>
          </a:xfrm>
          <a:prstGeom prst="rect">
            <a:avLst/>
          </a:prstGeom>
        </p:spPr>
      </p:pic>
      <p:pic>
        <p:nvPicPr>
          <p:cNvPr id="5" name="图片 4" descr="8e2824c3b529b39a6ccc8fb3519ecd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865" y="1593215"/>
            <a:ext cx="3361690" cy="41859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0" y="4834890"/>
            <a:ext cx="33089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百科下面都有引用参考资料，一般来说下面会引用一些新闻报道和有关书籍，范围较大，且</a:t>
            </a:r>
            <a:r>
              <a:rPr lang="zh-CN" altLang="en-US"/>
              <a:t>不准确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</a:t>
            </a:r>
            <a:r>
              <a:rPr lang="zh-CN" altLang="en-US"/>
              <a:t>找资料</a:t>
            </a:r>
            <a:r>
              <a:rPr lang="zh-CN" altLang="en-US" sz="1800"/>
              <a:t>（找到了一篇报道）https://theaviationist.com/2013/03/19/an-unbelievable-image-seems-to-suggest-the-shape-of-the-b-2-stealth-bomber-was-inspired-by-mother-nature/</a:t>
            </a:r>
            <a:endParaRPr lang="zh-CN" altLang="en-US" sz="18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691005"/>
            <a:ext cx="5813425" cy="3219450"/>
          </a:xfrm>
          <a:prstGeom prst="rect">
            <a:avLst/>
          </a:prstGeom>
        </p:spPr>
      </p:pic>
      <p:pic>
        <p:nvPicPr>
          <p:cNvPr id="5" name="图片 4" descr="e7c8cb2f736cc4070d3c7f6455e7ff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425" y="1691005"/>
            <a:ext cx="2945765" cy="2711450"/>
          </a:xfrm>
          <a:prstGeom prst="rect">
            <a:avLst/>
          </a:prstGeom>
        </p:spPr>
      </p:pic>
      <p:pic>
        <p:nvPicPr>
          <p:cNvPr id="6" name="图片 5" descr="ffa27a5c37ad2bec8d211b050afe58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190" y="1644015"/>
            <a:ext cx="2891155" cy="32664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65" y="4910455"/>
            <a:ext cx="2884170" cy="17056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87240" y="5471795"/>
            <a:ext cx="5003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该报道提出了</a:t>
            </a:r>
            <a:r>
              <a:rPr lang="en-US" altLang="zh-CN"/>
              <a:t>b2</a:t>
            </a:r>
            <a:r>
              <a:rPr lang="zh-CN" altLang="en-US"/>
              <a:t>飞机参考游隼的仿生</a:t>
            </a:r>
            <a:r>
              <a:rPr lang="zh-CN" altLang="en-US"/>
              <a:t>设计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6535" y="2283460"/>
            <a:ext cx="3121025" cy="17284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" y="2283460"/>
            <a:ext cx="3122295" cy="17291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470" y="120015"/>
            <a:ext cx="10515600" cy="1325563"/>
          </a:xfrm>
        </p:spPr>
        <p:txBody>
          <a:bodyPr>
            <a:normAutofit/>
          </a:bodyPr>
          <a:p>
            <a:r>
              <a:rPr lang="en-US" altLang="zh-CN"/>
              <a:t>3.</a:t>
            </a:r>
            <a:r>
              <a:rPr lang="zh-CN" altLang="en-US"/>
              <a:t>找书籍</a:t>
            </a:r>
            <a:br>
              <a:rPr lang="zh-CN" altLang="en-US"/>
            </a:br>
            <a:r>
              <a:rPr lang="zh-CN" altLang="en-US" sz="1000"/>
              <a:t>https://doc-files-1310542374.cos.na-siliconvalley.myqcloud.com</a:t>
            </a:r>
            <a:r>
              <a:rPr lang="en-US" altLang="zh-CN" sz="1000"/>
              <a:t> </a:t>
            </a:r>
            <a:r>
              <a:rPr lang="zh-CN" altLang="en-US" sz="1000"/>
              <a:t>/99cdc880950ed78562f8a022b06a2dab.pdf?q-sign-algorithm=sha1&amp;q-</a:t>
            </a:r>
            <a:r>
              <a:rPr lang="en-US" altLang="zh-CN" sz="1000"/>
              <a:t> </a:t>
            </a:r>
            <a:r>
              <a:rPr lang="zh-CN" altLang="en-US" sz="1000"/>
              <a:t>ak=AKIDHPJ2jXDxZz94mGrCMJ1UjjV3PXPOH2aM&amp;q-sign-time=1726587782;1726587902&amp;q-key-time=1726587782;1726588682&amp;q-header-list=&amp;q-url-param-list=&amp;q-signature=33ee4b3fe3872c7e40fc9c0127cfd721d297c338</a:t>
            </a:r>
            <a:endParaRPr lang="zh-CN" altLang="en-US" sz="1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9470" y="1183640"/>
            <a:ext cx="10515600" cy="4706620"/>
          </a:xfrm>
        </p:spPr>
        <p:txBody>
          <a:bodyPr/>
          <a:p>
            <a:r>
              <a:rPr lang="zh-CN" altLang="en-US" sz="1800"/>
              <a:t>B-2： 创新精神 作者 丽贝卡·格兰特 出版时间 2013 年 长度 94 页 导出引文 BiBTeX EndNote RefMan</a:t>
            </a:r>
            <a:endParaRPr lang="zh-CN" altLang="en-US" sz="1800"/>
          </a:p>
          <a:p>
            <a:r>
              <a:rPr lang="zh-CN" altLang="en-US" sz="1800"/>
              <a:t>2013 年 9 月 16 日，诺斯罗普·格鲁曼公司出版了《B-2：创新精神》，这是一本关于 B-2 精神的开发者和创新的书</a:t>
            </a:r>
            <a:endParaRPr lang="zh-CN" altLang="en-US" sz="1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70" y="4850765"/>
            <a:ext cx="2759710" cy="15284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04240" y="4205605"/>
            <a:ext cx="4227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通过翻阅书籍招到</a:t>
            </a:r>
            <a:r>
              <a:rPr lang="en-US" altLang="zh-CN"/>
              <a:t>b2-</a:t>
            </a:r>
            <a:r>
              <a:rPr lang="zh-CN" altLang="en-US"/>
              <a:t>的外形设计与仿生学的</a:t>
            </a:r>
            <a:r>
              <a:rPr lang="zh-CN" altLang="en-US"/>
              <a:t>关系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526780" y="2088515"/>
            <a:ext cx="2947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可以在各国的网站上找到这本书籍的下载</a:t>
            </a:r>
            <a:r>
              <a:rPr lang="zh-CN" altLang="en-US"/>
              <a:t>源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PS:</a:t>
            </a:r>
            <a:r>
              <a:rPr lang="zh-CN" altLang="en-US"/>
              <a:t>不是没用心找更权威的资料，冷战的武器相关资料可能涉及未解密内容，无从</a:t>
            </a:r>
            <a:r>
              <a:rPr lang="zh-CN" altLang="en-US"/>
              <a:t>得知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l="-9" t="7734"/>
          <a:stretch>
            <a:fillRect/>
          </a:stretch>
        </p:blipFill>
        <p:spPr>
          <a:xfrm>
            <a:off x="2058035" y="2944495"/>
            <a:ext cx="6651625" cy="36912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58100" y="1905635"/>
            <a:ext cx="28016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从专利条目上看</a:t>
            </a:r>
            <a:r>
              <a:rPr lang="en-US" altLang="zh-CN"/>
              <a:t>1963</a:t>
            </a:r>
            <a:r>
              <a:rPr lang="zh-CN" altLang="en-US"/>
              <a:t>年到</a:t>
            </a:r>
            <a:r>
              <a:rPr lang="en-US" altLang="zh-CN"/>
              <a:t>2013</a:t>
            </a:r>
            <a:r>
              <a:rPr lang="zh-CN" altLang="en-US"/>
              <a:t>年的相关专利似乎缺失</a:t>
            </a:r>
            <a:r>
              <a:rPr lang="zh-CN" altLang="en-US"/>
              <a:t>了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-629" t="6226"/>
          <a:stretch>
            <a:fillRect/>
          </a:stretch>
        </p:blipFill>
        <p:spPr>
          <a:xfrm>
            <a:off x="257175" y="1800860"/>
            <a:ext cx="6092190" cy="34143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VlYTVhZGEyYjU2YTQ2M2QyMGYxMjFjMjgwNmM1NTg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</Words>
  <Application>WPS 演示</Application>
  <PresentationFormat>宽屏</PresentationFormat>
  <Paragraphs>23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B-2轰炸机中的仿生设计                                                    查询</vt:lpstr>
      <vt:lpstr>1.找百科https://en.wikipedia.org/wiki/Northrop_B-2_Spirit#CITEREFEvans2004</vt:lpstr>
      <vt:lpstr>2.找资料（找到了一篇报道）https://theaviationist.com/2013/03/19/an-unbelievable-image-seems-to-suggest-the-shape-of-the-b-2-stealth-bomber-was-inspired-by-mother-nature/</vt:lpstr>
      <vt:lpstr>3.找书籍 https://doc-files-1310542374.cos.na-siliconvalley.myqcloud.com /99cdc880950ed78562f8a022b06a2dab.pdf?q-sign-algorithm=sha1&amp;q- ak=AKIDHPJ2jXDxZz94mGrCMJ1UjjV3PXPOH2aM&amp;q-sign-time=1726587782;1726587902&amp;q-key-time=1726587782;1726588682&amp;q-header-list=&amp;q-url-param-list=&amp;q-signature=33ee4b3fe3872c7e40fc9c0127cfd721d297c338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第二高级中学14班</dc:creator>
  <cp:lastModifiedBy>宇&amp;轩</cp:lastModifiedBy>
  <cp:revision>4</cp:revision>
  <dcterms:created xsi:type="dcterms:W3CDTF">2023-08-09T12:44:00Z</dcterms:created>
  <dcterms:modified xsi:type="dcterms:W3CDTF">2024-09-19T14:20:59Z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2052-12.1.0.18276</vt:lpwstr>
  </property>
</Properties>
</file>