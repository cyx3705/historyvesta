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1" r:id="rId2"/>
    <p:sldId id="258" r:id="rId3"/>
    <p:sldId id="259" r:id="rId4"/>
    <p:sldId id="260" r:id="rId5"/>
    <p:sldId id="288" r:id="rId6"/>
    <p:sldId id="290" r:id="rId7"/>
    <p:sldId id="291" r:id="rId8"/>
    <p:sldId id="292" r:id="rId9"/>
    <p:sldId id="293" r:id="rId10"/>
    <p:sldId id="282" r:id="rId11"/>
    <p:sldId id="285" r:id="rId12"/>
    <p:sldId id="294" r:id="rId13"/>
    <p:sldId id="283" r:id="rId14"/>
    <p:sldId id="286" r:id="rId1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456"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3:51.245"/>
    </inkml:context>
    <inkml:brush xml:id="br0">
      <inkml:brushProperty name="width" value="0.035" units="cm"/>
      <inkml:brushProperty name="height" value="0.035" units="cm"/>
      <inkml:brushProperty name="color" value="#E71224"/>
    </inkml:brush>
  </inkml:definitions>
  <inkml:trace contextRef="#ctx0" brushRef="#br0">534 37 24575,'0'-1'0,"-1"0"0,1 0 0,-1 1 0,0-1 0,1 0 0,-1 0 0,1 1 0,-1-1 0,0 0 0,0 1 0,1-1 0,-1 1 0,0-1 0,0 1 0,0-1 0,0 1 0,0 0 0,1-1 0,-1 1 0,0 0 0,0 0 0,0 0 0,0 0 0,-2 0 0,-28-4 0,28 4 0,-29 1 0,0 1 0,1 1 0,0 2 0,0 2 0,0 0 0,0 2 0,1 1 0,-43 22 0,63-28 0,1 0 0,-1 1 0,1 0 0,1 0 0,-1 1 0,1 0 0,0 0 0,0 1 0,1 0 0,-1 1 0,2-1 0,-1 1 0,1 1 0,0-1 0,1 1 0,0 0 0,1 0 0,-1 1 0,2-1 0,-1 1 0,2 0 0,-1 0 0,1 0 0,1 0 0,-1 0 0,2 20 0,-1-5 0,0 6 0,1-1 0,2 1 0,1 0 0,7 33 0,-8-56 0,0 0 0,1 0 0,-1-1 0,2 1 0,-1-1 0,1 0 0,0 0 0,1 0 0,-1 0 0,1-1 0,1 0 0,-1 0 0,1 0 0,0-1 0,1 1 0,-1-1 0,1-1 0,0 0 0,0 0 0,12 5 0,100 28 0,-24-9 0,-46-14 0,1-2 0,61 7 0,-51-10 0,65 19 0,-90-19 0,0-1 0,0-1 0,58 2 0,-71-8 0,-1-1 0,1-1 0,-1-1 0,1-1 0,-1-1 0,0-1 0,27-9 0,-45 12 0,0 0 0,0 0 0,0 0 0,0 0 0,-1-1 0,1 1 0,0-1 0,-1 1 0,0-1 0,0 0 0,0 0 0,0 0 0,0-1 0,0 1 0,-1 0 0,0-1 0,1 1 0,-1-1 0,0 1 0,-1-1 0,1 1 0,-1-1 0,0 0 0,0 1 0,0-1 0,-1-6 0,0-3 0,0 0 0,-1 1 0,0-1 0,-2 1 0,1-1 0,-9-18 0,-27-40 0,-3 2 0,-2 2 0,-74-85 0,78 101 0,14 18-120,-59-70 373,75 92-467,0 1 0,-1 1 0,-1-1 0,1 2 0,-1 0 0,-24-12 0,12 10-6612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3:59.706"/>
    </inkml:context>
    <inkml:brush xml:id="br0">
      <inkml:brushProperty name="width" value="0.035" units="cm"/>
      <inkml:brushProperty name="height" value="0.035" units="cm"/>
      <inkml:brushProperty name="color" value="#E71224"/>
    </inkml:brush>
  </inkml:definitions>
  <inkml:trace contextRef="#ctx0" brushRef="#br0">1004 113 24575,'-78'4'0,"0"4"0,-124 27 0,73-10 0,77-16 0,-48 8 0,-139 41 0,232-56 0,1 0 0,0 1 0,0-1 0,0 1 0,0 0 0,0 0 0,1 1 0,-1 0 0,1 0 0,0 0 0,-9 10 0,11-8 0,0-1 0,0 1 0,1-1 0,-1 1 0,1 0 0,0 0 0,1-1 0,-1 2 0,1-1 0,1 0 0,-1 0 0,1 11 0,-12 220 0,-1 52 0,14-239 0,2-1 0,3 0 0,20 88 0,-19-118 0,0 1 0,2-1 0,0-1 0,1 1 0,1-2 0,1 1 0,1-2 0,0 1 0,1-2 0,17 16 0,-21-23 0,-1 0 0,2 0 0,-1-1 0,1-1 0,0 1 0,0-2 0,1 0 0,15 5 0,102 23 0,-112-29 0,473 59 0,-421-57 0,98 9 0,224-10 0,-386-5 0,0 0 0,0 0 0,0-1 0,0 0 0,0 0 0,0 0 0,-1-1 0,1 1 0,0-1 0,-1 0 0,1 0 0,-1-1 0,0 1 0,0-1 0,6-5 0,-5 2 0,-1 0 0,0 0 0,0 0 0,-1 0 0,0-1 0,0 0 0,0 1 0,-1-1 0,3-13 0,6-30 0,-2-1 0,-2 0 0,0-59 0,-12-157 0,2 229 0,-1 1 0,-1 0 0,-3 0 0,0 0 0,-3 1 0,-1 0 0,-1 1 0,-3 1 0,0 0 0,-2 1 0,-34-47 0,-33-34 0,27 33 0,-4 3 0,-97-97 0,152 169 11,1 1 0,-1-1 0,0 1 0,-1 0 0,1 1 0,-1 0-1,0 0 1,0 0 0,0 1 0,-9-2 0,4 3-259,0 0 1,0 1-1,0 0 1,0 1-1,-25 3 1,22-1-6579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4:02.538"/>
    </inkml:context>
    <inkml:brush xml:id="br0">
      <inkml:brushProperty name="width" value="0.035" units="cm"/>
      <inkml:brushProperty name="height" value="0.035" units="cm"/>
      <inkml:brushProperty name="color" value="#E71224"/>
    </inkml:brush>
  </inkml:definitions>
  <inkml:trace contextRef="#ctx0" brushRef="#br0">1483 503 24575,'-5'-3'0,"1"0"0,-1 0 0,0 1 0,0-1 0,1 1 0,-2 0 0,1 1 0,0-1 0,0 1 0,0 0 0,-10 0 0,-4-2 0,-161-25 0,-1 9 0,-299 5 0,439 15 0,1 1 0,-1 1 0,-78 19 0,105-18 0,1 0 0,0 1 0,0 1 0,0 0 0,0 0 0,1 2 0,0-1 0,1 2 0,0 0 0,0 0 0,1 0 0,0 2 0,0-1 0,-15 24 0,9-10 0,1 1 0,1 0 0,1 1 0,1 1 0,1 0 0,2 1 0,0 0 0,2 0 0,2 0 0,-5 53 0,10-47 0,1 0 0,2 0 0,1-1 0,17 66 0,54 123 0,-51-158 0,-12-31 0,18 54 0,4-1 0,4-2 0,61 101 0,-82-159 0,1-1 0,2 0 0,1-2 0,0-1 0,40 33 0,-42-41 0,0-2 0,1 1 0,0-2 0,1-1 0,0 0 0,1-2 0,0 0 0,36 7 0,32-3 0,0-4 0,179-7 0,-157-3 0,34 2 0,239-8 0,-359 6 0,1-1 0,-1-1 0,0-1 0,0-1 0,26-11 0,-43 14 0,1-2 0,-1 1 0,0-1 0,0 0 0,0-1 0,-1 0 0,0-1 0,0 0 0,0 0 0,-1 0 0,0-1 0,-1 0 0,0 0 0,0-1 0,8-15 0,17-48 0,-4-2 0,21-84 0,22-155 0,-58 256 0,-3 5 0,-2 0 0,-3-1 0,-2 1 0,-2-1 0,-2 0 0,-3 0 0,-2 1 0,-2 0 0,-2 0 0,-3 1 0,-2 1 0,-2 0 0,-2 1 0,-41-70 0,8 31 0,-3 2 0,-5 3 0,-92-100 0,140 170 0,0 1 0,0 0 0,-2 1 0,-21-13 0,29 20 0,1 1 0,-1-1 0,-1 2 0,1-1 0,0 1 0,-1 0 0,1 0 0,-1 1 0,1 0 0,-1 1 0,0-1 0,1 1 0,-10 2 0,-7 1-170,-1 1-1,0 1 0,1 1 1,0 1-1,0 1 0,0 1 1,-37 22-1,37-15-6655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4:04.905"/>
    </inkml:context>
    <inkml:brush xml:id="br0">
      <inkml:brushProperty name="width" value="0.035" units="cm"/>
      <inkml:brushProperty name="height" value="0.035" units="cm"/>
      <inkml:brushProperty name="color" value="#E71224"/>
    </inkml:brush>
  </inkml:definitions>
  <inkml:trace contextRef="#ctx0" brushRef="#br0">607 58 24575,'-31'-2'0,"-1"-1"0,1-2 0,-37-10 0,-45-7 0,88 19 0,14 0 0,-1 1 0,0 1 0,0 0 0,0 1 0,0 0 0,0 1 0,0 0 0,-18 4 0,26-1 0,-1-1 0,0 1 0,1 0 0,-1 1 0,1-1 0,0 1 0,1 0 0,-1 0 0,1 0 0,0 0 0,-4 11 0,-17 23 0,8-21 0,1 1 0,1 1 0,1 0 0,-17 33 0,27-45 0,0 0 0,0 0 0,1 0 0,0 1 0,0-1 0,1 1 0,0-1 0,0 1 0,1 0 0,0-1 0,1 1 0,0 0 0,0-1 0,1 1 0,0-1 0,3 10 0,3-5 0,0 0 0,1 0 0,0-1 0,1 0 0,0-1 0,1 0 0,1 0 0,24 17 0,-15-10 0,15 13 0,-12-10 0,44 31 0,-60-47 0,1 0 0,-1 0 0,1-1 0,1 0 0,-1-1 0,0 1 0,1-2 0,-1 0 0,18 2 0,14-2 0,0-2 0,0-2 0,0-1 0,0-2 0,-1-3 0,67-19 0,-39 7 0,-44 15 0,-1-2 0,0 0 0,0-1 0,0-2 0,-2 0 0,1-1 0,29-21 0,-46 27 0,-1-1 0,1 1 0,-1-1 0,0 0 0,-1-1 0,1 1 0,-1-1 0,0 1 0,-1-1 0,0 0 0,0 0 0,0 0 0,-1 0 0,0 0 0,0 0 0,-1-1 0,0 1 0,-1-12 0,0 0 0,-2 0 0,0 0 0,0 0 0,-2 1 0,-14-36 0,15 46 7,0 0 0,-1 1-1,0-1 1,0 1 0,0 0-1,-1 1 1,-1-1-1,1 1 1,-1 0 0,0 1-1,0 0 1,0 0 0,-1 0-1,0 1 1,0 0 0,0 0-1,-14-3 1,-1 0-255,-1 2 1,1 0-1,-1 2 1,0 1-1,-31 0 1,28 2-6579</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4:06.745"/>
    </inkml:context>
    <inkml:brush xml:id="br0">
      <inkml:brushProperty name="width" value="0.035" units="cm"/>
      <inkml:brushProperty name="height" value="0.035" units="cm"/>
      <inkml:brushProperty name="color" value="#E71224"/>
    </inkml:brush>
  </inkml:definitions>
  <inkml:trace contextRef="#ctx0" brushRef="#br0">1013 15 24575,'-2'-2'0,"0"1"0,-1-1 0,1 0 0,-1 1 0,0 0 0,0 0 0,1 0 0,-1 0 0,0 0 0,0 0 0,0 1 0,0 0 0,0-1 0,-3 1 0,-47 3 0,33-1 0,-51 5 0,0 3 0,0 3 0,1 3 0,1 3 0,-79 33 0,109-34 0,1 2 0,1 2 0,-58 44 0,82-55 0,1 0 0,1 0 0,0 1 0,0 1 0,1 0 0,-10 19 0,-2 5 0,-19 47 0,34-66 0,1 1 0,0 0 0,1 0 0,1 0 0,1 1 0,-1 27 0,3-34 0,1 0 0,1-1 0,0 1 0,1 0 0,0 0 0,0-1 0,2 1 0,0-1 0,0 0 0,11 21 0,-12-29 0,0 0 0,1 0 0,-1 0 0,1 0 0,0-1 0,0 1 0,1-1 0,-1 0 0,1 0 0,-1-1 0,1 1 0,9 2 0,69 19 0,-55-18 0,118 24 0,1-7 0,215 6 0,-353-29 0,12 2 0,1-1 0,-1-2 0,22-2 0,-35 1 0,-1 1 0,1-2 0,-1 1 0,0-1 0,0 0 0,0 0 0,0 0 0,-1-1 0,0-1 0,1 1 0,10-11 0,16-21 0,-1-1 0,-2-2 0,42-74 0,3-1 0,-72 110 0,91-139 0,-83 123 0,-1-1 0,-1 1 0,-1-1 0,-1-1 0,8-35 0,-10 29 0,-1 12 0,0-1 0,-2 0 0,1-29 0,-3 42 0,0 1 0,0-1 0,-1 1 0,1-1 0,-1 1 0,0 0 0,1-1 0,-2 1 0,1 0 0,0 0 0,-1 0 0,1 0 0,-1 0 0,0 0 0,0 0 0,0 0 0,-1 1 0,1-1 0,0 1 0,-1-1 0,0 1 0,1 0 0,-1 0 0,-4-1 0,-12-6 0,-1 2 0,0 1 0,0 0 0,-1 2 0,0 0 0,-26-1 0,-132 2 0,150 4 0,13-1-341,0 1 0,1 1-1,-17 3 1,15 0-6485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4:08.619"/>
    </inkml:context>
    <inkml:brush xml:id="br0">
      <inkml:brushProperty name="width" value="0.035" units="cm"/>
      <inkml:brushProperty name="height" value="0.035" units="cm"/>
      <inkml:brushProperty name="color" value="#E71224"/>
    </inkml:brush>
  </inkml:definitions>
  <inkml:trace contextRef="#ctx0" brushRef="#br0">888 1 24575,'-29'0'0,"-192"7"0,186-4 0,1 2 0,-1 2 0,2 1 0,-46 16 0,48-12 0,0 2 0,1 0 0,1 2 0,0 2 0,1 0 0,-34 30 0,39-29 0,2 1 0,-23 28 0,37-39 0,1 0 0,-1 1 0,2-1 0,0 1 0,0 0 0,1 1 0,0-1 0,-5 23 0,-4 24 0,-12 69 0,23-110 0,1-1 0,1 1 0,0 0 0,1 0 0,5 30 0,-4-40 0,0 0 0,0-1 0,1 1 0,-1-1 0,1 0 0,0 1 0,1-1 0,0-1 0,-1 1 0,1 0 0,1-1 0,-1 0 0,1 0 0,-1 0 0,1-1 0,0 0 0,1 1 0,-1-2 0,7 4 0,13 4 0,1-1 0,55 13 0,-34-11 0,32 8 0,0-3 0,0-4 0,95 2 0,246-15 0,-217-3 0,-138 5 0,-25 1 0,53-6 0,-88 3 0,1 0 0,-1-1 0,1 1 0,-1-1 0,0-1 0,0 1 0,0-1 0,0 1 0,0-1 0,-1-1 0,1 1 0,-1-1 0,0 1 0,0-1 0,0 0 0,-1-1 0,1 1 0,-1-1 0,5-8 0,-2 1 0,-1 1 0,0-1 0,-1 1 0,0-1 0,-1 0 0,0-1 0,2-21 0,11-62 0,-10 69 0,5-55 0,-11 71 0,0 1 0,-1 0 0,0 0 0,0-1 0,-1 1 0,-1 0 0,0 0 0,0 0 0,-5-10 0,-5-2 0,-1-1 0,0 2 0,-2 0 0,0 1 0,-2 0 0,0 2 0,-1 0 0,0 1 0,-2 1 0,0 1 0,-1 0 0,0 2 0,-1 1 0,0 0 0,-1 2 0,-49-14 0,42 19 27,1 1-1,-1 1 1,0 2 0,-52 4-1,46-1-525,0-1-1,-61-7 1,76 2-6327</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3T16:24:10.181"/>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D303DC-9D80-983D-70B3-E780D1805570}"/>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5B647B41-58B5-E772-9540-BC2C208617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B6511CCD-5C50-C552-8A82-B034652FB1C0}"/>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0460B076-6E79-1705-867C-412A8F14B14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D2DD728-ED62-193F-F146-B7D2268387BC}"/>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953132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4F8E5-3068-6309-DE4E-183E7E6B46B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9D46AB8E-1A1A-49D0-2842-1756E1FBBF13}"/>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4BC7ED5-9FDE-9C2B-48AA-66E48D52909B}"/>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9ABD7E3E-5B4B-C3CD-401A-05424239A07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8AF6005-EBCD-340D-DE68-4807420D0FCD}"/>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1525679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FD30D6-CDC0-52C2-6900-BFD20910FC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58BC687C-55D4-A654-A4C3-CA9D0A7C20F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8CC424A4-CC25-0EE0-3E2F-847F37598D95}"/>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983C86C3-4568-1DF5-F313-50FAE169DA3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9EE16BC-CAF6-9D1F-A2D0-7CBF1E0530D8}"/>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2538247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A3B36B-D29E-E945-8357-F2E358CFF452}"/>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AC34B897-12D4-AEF7-C9A2-DA46EDCDDD81}"/>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B3B89D0-DE67-158C-9E6F-9B20ED537253}"/>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8999321E-B3BA-0C45-942E-089736E999C2}"/>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6" name="页脚占位符 5">
            <a:extLst>
              <a:ext uri="{FF2B5EF4-FFF2-40B4-BE49-F238E27FC236}">
                <a16:creationId xmlns:a16="http://schemas.microsoft.com/office/drawing/2014/main" id="{3BBDD5C5-20EE-E250-31A7-0E5F9CAB5B3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6A2C58A-0668-E33A-2D6F-98275AC544A0}"/>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3761792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0AEDCC-71D9-852E-58E8-75BDA05CF5A1}"/>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DAE67F09-6F8A-5F97-4DCE-7EA01BDA30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132C09AD-D49B-2F4D-762E-2718C1DE88CA}"/>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83D0777E-F643-50ED-92E8-AC84172408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226F6229-BA98-EAB1-0726-A96D8CDA060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CF31800-157D-96F5-6116-8E3702F30547}"/>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8" name="页脚占位符 7">
            <a:extLst>
              <a:ext uri="{FF2B5EF4-FFF2-40B4-BE49-F238E27FC236}">
                <a16:creationId xmlns:a16="http://schemas.microsoft.com/office/drawing/2014/main" id="{F1AFE45F-56D9-ADB9-BC11-FAC8085992C8}"/>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E6E79A2-F56E-394B-7480-0D5DC7F27997}"/>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13109003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FBEEFD-6403-32A7-0060-8D44E9072D3D}"/>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61DA6BBB-7C83-6699-2F66-BEF185D52E60}"/>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4" name="页脚占位符 3">
            <a:extLst>
              <a:ext uri="{FF2B5EF4-FFF2-40B4-BE49-F238E27FC236}">
                <a16:creationId xmlns:a16="http://schemas.microsoft.com/office/drawing/2014/main" id="{55746463-F398-C7E9-B61B-BE27289453E5}"/>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27B8D32-9D33-906E-D7D8-62B796C3A1F9}"/>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3720756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AEF6B9E-DBA0-D3B3-3B12-2B9547272CEA}"/>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3" name="页脚占位符 2">
            <a:extLst>
              <a:ext uri="{FF2B5EF4-FFF2-40B4-BE49-F238E27FC236}">
                <a16:creationId xmlns:a16="http://schemas.microsoft.com/office/drawing/2014/main" id="{D5B3A18E-9955-92C8-3161-79A2022B819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B11D15AD-9C3B-9DB6-008D-CC18D8D6551C}"/>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40030788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73058-1311-5D97-32C3-7DBC0BFE8086}"/>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E06E755-C113-6ABF-C459-F52A8083EF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D0DEFD0-25C5-0316-CDD9-3E224FC581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21A77E8-6644-6BFF-0303-EB1C0C4304DA}"/>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6" name="页脚占位符 5">
            <a:extLst>
              <a:ext uri="{FF2B5EF4-FFF2-40B4-BE49-F238E27FC236}">
                <a16:creationId xmlns:a16="http://schemas.microsoft.com/office/drawing/2014/main" id="{C91F4A52-FFEC-71DC-B99F-58DFC15583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48ACBD3-2C37-3EB8-CFB5-E1BFBEBE391A}"/>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15711345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0E3F54-E469-E04A-C7A3-54D7E1268591}"/>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17B0B1B9-E601-AFAA-73D5-F05360814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CBADDB55-8ED4-413A-DD66-90CEE169C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119165A-2692-7D54-C807-89D5BB1B0019}"/>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6" name="页脚占位符 5">
            <a:extLst>
              <a:ext uri="{FF2B5EF4-FFF2-40B4-BE49-F238E27FC236}">
                <a16:creationId xmlns:a16="http://schemas.microsoft.com/office/drawing/2014/main" id="{C091A755-608F-6BD5-9DC6-C3AC65D156B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0694262-7514-5603-5497-612793E164C4}"/>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27169411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EB620C-86ED-F59D-DC01-4B89EF5AF21A}"/>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CF64126C-5014-57ED-920F-A1357E22D25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D3DF454-2A1C-F84F-DCDC-426DC01442EB}"/>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0E0EED14-1561-75AB-7A73-F0ECE71AB65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55475FA-6A07-5943-88ED-6224153035B2}"/>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2597951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6E47C87-88C2-6468-41FA-812FAE50DFF0}"/>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B90CDC2-91DC-1731-CB2B-8E63683DD7BB}"/>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3FD3C84-6904-2014-04D8-3D5E18EB27D3}"/>
              </a:ext>
            </a:extLst>
          </p:cNvPr>
          <p:cNvSpPr>
            <a:spLocks noGrp="1"/>
          </p:cNvSpPr>
          <p:nvPr>
            <p:ph type="dt" sz="half" idx="10"/>
          </p:nvPr>
        </p:nvSpPr>
        <p:spPr/>
        <p:txBody>
          <a:body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A9F83D21-16A8-3EBE-F90C-B2C1862ACB4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D088AFC-1B2D-E2F2-9D62-D5C45A183F04}"/>
              </a:ext>
            </a:extLst>
          </p:cNvPr>
          <p:cNvSpPr>
            <a:spLocks noGrp="1"/>
          </p:cNvSpPr>
          <p:nvPr>
            <p:ph type="sldNum" sz="quarter" idx="12"/>
          </p:nvPr>
        </p:nvSpPr>
        <p:spPr/>
        <p:txBody>
          <a:body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10617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85E587C-95C3-35D2-57E9-1D21861AB8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E04F32FC-BCA7-B3DB-CC59-157D37BF82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766DC84-6A5B-707B-480C-D5E850E018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D12DF9-1922-45B3-B4AD-B4D5605124E1}" type="datetimeFigureOut">
              <a:rPr lang="zh-CN" altLang="en-US" smtClean="0"/>
              <a:t>2025/11/4</a:t>
            </a:fld>
            <a:endParaRPr lang="zh-CN" altLang="en-US"/>
          </a:p>
        </p:txBody>
      </p:sp>
      <p:sp>
        <p:nvSpPr>
          <p:cNvPr id="5" name="页脚占位符 4">
            <a:extLst>
              <a:ext uri="{FF2B5EF4-FFF2-40B4-BE49-F238E27FC236}">
                <a16:creationId xmlns:a16="http://schemas.microsoft.com/office/drawing/2014/main" id="{6F8ED83C-666A-029A-F5CD-743A868295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D45DE6B6-0DC0-47C7-94C2-BB48993D9C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491FCE9-8774-4C2B-923E-1A374B20464E}" type="slidenum">
              <a:rPr lang="zh-CN" altLang="en-US" smtClean="0"/>
              <a:t>‹#›</a:t>
            </a:fld>
            <a:endParaRPr lang="zh-CN" altLang="en-US"/>
          </a:p>
        </p:txBody>
      </p:sp>
    </p:spTree>
    <p:extLst>
      <p:ext uri="{BB962C8B-B14F-4D97-AF65-F5344CB8AC3E}">
        <p14:creationId xmlns:p14="http://schemas.microsoft.com/office/powerpoint/2010/main" val="750493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customXml" Target="../ink/ink2.xml"/><Relationship Id="rId13" Type="http://schemas.openxmlformats.org/officeDocument/2006/relationships/image" Target="../media/image20.png"/><Relationship Id="rId18" Type="http://schemas.openxmlformats.org/officeDocument/2006/relationships/customXml" Target="../ink/ink7.xml"/><Relationship Id="rId3" Type="http://schemas.openxmlformats.org/officeDocument/2006/relationships/image" Target="../media/image14.jpg"/><Relationship Id="rId7" Type="http://schemas.openxmlformats.org/officeDocument/2006/relationships/image" Target="../media/image17.png"/><Relationship Id="rId12" Type="http://schemas.openxmlformats.org/officeDocument/2006/relationships/customXml" Target="../ink/ink4.xml"/><Relationship Id="rId17" Type="http://schemas.openxmlformats.org/officeDocument/2006/relationships/image" Target="../media/image22.png"/><Relationship Id="rId2" Type="http://schemas.openxmlformats.org/officeDocument/2006/relationships/image" Target="../media/image1.png"/><Relationship Id="rId16" Type="http://schemas.openxmlformats.org/officeDocument/2006/relationships/customXml" Target="../ink/ink6.xml"/><Relationship Id="rId1" Type="http://schemas.openxmlformats.org/officeDocument/2006/relationships/slideLayout" Target="../slideLayouts/slideLayout2.xml"/><Relationship Id="rId6" Type="http://schemas.openxmlformats.org/officeDocument/2006/relationships/customXml" Target="../ink/ink1.xml"/><Relationship Id="rId11" Type="http://schemas.openxmlformats.org/officeDocument/2006/relationships/image" Target="../media/image19.png"/><Relationship Id="rId5" Type="http://schemas.openxmlformats.org/officeDocument/2006/relationships/image" Target="../media/image16.png"/><Relationship Id="rId15" Type="http://schemas.openxmlformats.org/officeDocument/2006/relationships/image" Target="../media/image21.png"/><Relationship Id="rId10" Type="http://schemas.openxmlformats.org/officeDocument/2006/relationships/customXml" Target="../ink/ink3.xml"/><Relationship Id="rId19" Type="http://schemas.openxmlformats.org/officeDocument/2006/relationships/image" Target="../media/image23.png"/><Relationship Id="rId4" Type="http://schemas.openxmlformats.org/officeDocument/2006/relationships/image" Target="../media/image15.png"/><Relationship Id="rId9" Type="http://schemas.openxmlformats.org/officeDocument/2006/relationships/image" Target="../media/image18.png"/><Relationship Id="rId14" Type="http://schemas.openxmlformats.org/officeDocument/2006/relationships/customXml" Target="../ink/ink5.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E0A0C-168A-763E-4C20-4D92D69286EF}"/>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873C91BD-F7FC-2F0A-B2F0-500DD7D081B9}"/>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0" name="标题 1">
            <a:extLst>
              <a:ext uri="{FF2B5EF4-FFF2-40B4-BE49-F238E27FC236}">
                <a16:creationId xmlns:a16="http://schemas.microsoft.com/office/drawing/2014/main" id="{DD4618DB-73F4-9DC1-EF78-B7B1983C7762}"/>
              </a:ext>
            </a:extLst>
          </p:cNvPr>
          <p:cNvSpPr txBox="1">
            <a:spLocks/>
          </p:cNvSpPr>
          <p:nvPr/>
        </p:nvSpPr>
        <p:spPr>
          <a:xfrm>
            <a:off x="1524000" y="2297336"/>
            <a:ext cx="9144000" cy="109962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b="1" dirty="0">
                <a:effectLst>
                  <a:innerShdw blurRad="114300">
                    <a:prstClr val="black"/>
                  </a:innerShdw>
                </a:effectLst>
                <a:latin typeface="+mn-ea"/>
                <a:ea typeface="+mn-ea"/>
              </a:rPr>
              <a:t>标题</a:t>
            </a:r>
          </a:p>
        </p:txBody>
      </p:sp>
      <p:pic>
        <p:nvPicPr>
          <p:cNvPr id="11" name="图片 10">
            <a:extLst>
              <a:ext uri="{FF2B5EF4-FFF2-40B4-BE49-F238E27FC236}">
                <a16:creationId xmlns:a16="http://schemas.microsoft.com/office/drawing/2014/main" id="{17CB12E2-FE1E-4940-E747-2F7D222EE37E}"/>
              </a:ext>
            </a:extLst>
          </p:cNvPr>
          <p:cNvPicPr>
            <a:picLocks noChangeAspect="1"/>
          </p:cNvPicPr>
          <p:nvPr/>
        </p:nvPicPr>
        <p:blipFill>
          <a:blip r:embed="rId2"/>
          <a:stretch>
            <a:fillRect/>
          </a:stretch>
        </p:blipFill>
        <p:spPr>
          <a:xfrm>
            <a:off x="184195" y="197312"/>
            <a:ext cx="1741460" cy="586009"/>
          </a:xfrm>
          <a:prstGeom prst="rect">
            <a:avLst/>
          </a:prstGeom>
        </p:spPr>
      </p:pic>
      <p:sp>
        <p:nvSpPr>
          <p:cNvPr id="12" name="矩形 11">
            <a:extLst>
              <a:ext uri="{FF2B5EF4-FFF2-40B4-BE49-F238E27FC236}">
                <a16:creationId xmlns:a16="http://schemas.microsoft.com/office/drawing/2014/main" id="{7AEF3D88-6198-AFDB-9E7A-7D1C45254AE4}"/>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副标题 2">
            <a:extLst>
              <a:ext uri="{FF2B5EF4-FFF2-40B4-BE49-F238E27FC236}">
                <a16:creationId xmlns:a16="http://schemas.microsoft.com/office/drawing/2014/main" id="{D7271FE8-CD28-A188-140F-AA9B5AE5F84B}"/>
              </a:ext>
            </a:extLst>
          </p:cNvPr>
          <p:cNvSpPr>
            <a:spLocks noGrp="1"/>
          </p:cNvSpPr>
          <p:nvPr>
            <p:ph type="subTitle" idx="1"/>
          </p:nvPr>
        </p:nvSpPr>
        <p:spPr>
          <a:xfrm>
            <a:off x="8227751" y="4900655"/>
            <a:ext cx="3517260" cy="1205494"/>
          </a:xfrm>
        </p:spPr>
        <p:txBody>
          <a:bodyPr>
            <a:normAutofit/>
          </a:bodyPr>
          <a:lstStyle/>
          <a:p>
            <a:r>
              <a:rPr lang="zh-CN" altLang="en-US" sz="3200" b="1" dirty="0">
                <a:solidFill>
                  <a:schemeClr val="bg1"/>
                </a:solidFill>
                <a:latin typeface="+mn-ea"/>
              </a:rPr>
              <a:t>制作人 王小明</a:t>
            </a:r>
          </a:p>
        </p:txBody>
      </p:sp>
      <p:sp>
        <p:nvSpPr>
          <p:cNvPr id="14" name="Text Placeholder 1">
            <a:extLst>
              <a:ext uri="{FF2B5EF4-FFF2-40B4-BE49-F238E27FC236}">
                <a16:creationId xmlns:a16="http://schemas.microsoft.com/office/drawing/2014/main" id="{6FFA081F-B02D-017C-B89A-FED3E318246B}"/>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11/4/2025 3:30:31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053233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FDFFA-7225-6DC6-8F5A-9EF12E9623E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9355744B-45F1-D3D2-4542-BB06029776E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E20D75DF-7757-7B5C-0233-988E6CC61BA9}"/>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681B7505-5F3C-36F1-0F81-ED55EC9A81CA}"/>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B84AC7C2-E82B-3795-B485-7DECE7C37686}"/>
              </a:ext>
            </a:extLst>
          </p:cNvPr>
          <p:cNvSpPr txBox="1">
            <a:spLocks/>
          </p:cNvSpPr>
          <p:nvPr/>
        </p:nvSpPr>
        <p:spPr>
          <a:xfrm>
            <a:off x="1685686" y="760689"/>
            <a:ext cx="3233011" cy="129289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sz="6000" b="1" dirty="0">
                <a:latin typeface="+mn-ea"/>
                <a:ea typeface="+mn-ea"/>
              </a:rPr>
              <a:t>目录</a:t>
            </a:r>
          </a:p>
        </p:txBody>
      </p:sp>
      <p:sp>
        <p:nvSpPr>
          <p:cNvPr id="9" name="矩形 8">
            <a:extLst>
              <a:ext uri="{FF2B5EF4-FFF2-40B4-BE49-F238E27FC236}">
                <a16:creationId xmlns:a16="http://schemas.microsoft.com/office/drawing/2014/main" id="{B6B06544-18DC-8820-7975-217DF2D8B31B}"/>
              </a:ext>
            </a:extLst>
          </p:cNvPr>
          <p:cNvSpPr/>
          <p:nvPr/>
        </p:nvSpPr>
        <p:spPr>
          <a:xfrm>
            <a:off x="1685686" y="2800743"/>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374C6DA-EA88-8B5D-DFAD-3E9BB6239C8E}"/>
              </a:ext>
            </a:extLst>
          </p:cNvPr>
          <p:cNvSpPr/>
          <p:nvPr/>
        </p:nvSpPr>
        <p:spPr>
          <a:xfrm>
            <a:off x="1685686" y="3661321"/>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BA003B26-6273-B383-1438-0C6725968588}"/>
              </a:ext>
            </a:extLst>
          </p:cNvPr>
          <p:cNvSpPr/>
          <p:nvPr/>
        </p:nvSpPr>
        <p:spPr>
          <a:xfrm>
            <a:off x="1685686" y="4521899"/>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C516E1A-2B28-37F2-0FCF-6439294ED17E}"/>
              </a:ext>
            </a:extLst>
          </p:cNvPr>
          <p:cNvSpPr txBox="1"/>
          <p:nvPr/>
        </p:nvSpPr>
        <p:spPr>
          <a:xfrm>
            <a:off x="2346548" y="3440725"/>
            <a:ext cx="6127845" cy="584775"/>
          </a:xfrm>
          <a:prstGeom prst="rect">
            <a:avLst/>
          </a:prstGeom>
          <a:noFill/>
        </p:spPr>
        <p:txBody>
          <a:bodyPr wrap="square" rtlCol="0">
            <a:spAutoFit/>
          </a:bodyPr>
          <a:lstStyle/>
          <a:p>
            <a:r>
              <a:rPr lang="zh-CN" altLang="en-US" sz="3200" b="1" dirty="0">
                <a:solidFill>
                  <a:srgbClr val="0048CE"/>
                </a:solidFill>
              </a:rPr>
              <a:t>设计的优势</a:t>
            </a:r>
          </a:p>
        </p:txBody>
      </p:sp>
      <p:sp>
        <p:nvSpPr>
          <p:cNvPr id="15" name="文本框 14">
            <a:extLst>
              <a:ext uri="{FF2B5EF4-FFF2-40B4-BE49-F238E27FC236}">
                <a16:creationId xmlns:a16="http://schemas.microsoft.com/office/drawing/2014/main" id="{13BE3C3F-BA9F-9506-BF48-8E4736934F2F}"/>
              </a:ext>
            </a:extLst>
          </p:cNvPr>
          <p:cNvSpPr txBox="1"/>
          <p:nvPr/>
        </p:nvSpPr>
        <p:spPr>
          <a:xfrm>
            <a:off x="2346547" y="4301303"/>
            <a:ext cx="6127845" cy="584775"/>
          </a:xfrm>
          <a:prstGeom prst="rect">
            <a:avLst/>
          </a:prstGeom>
          <a:noFill/>
        </p:spPr>
        <p:txBody>
          <a:bodyPr wrap="square" rtlCol="0">
            <a:spAutoFit/>
          </a:bodyPr>
          <a:lstStyle/>
          <a:p>
            <a:r>
              <a:rPr lang="zh-CN" altLang="en-US" sz="3200" b="1" dirty="0">
                <a:solidFill>
                  <a:srgbClr val="0048CE"/>
                </a:solidFill>
              </a:rPr>
              <a:t>设计的劣势</a:t>
            </a:r>
          </a:p>
        </p:txBody>
      </p:sp>
      <p:sp>
        <p:nvSpPr>
          <p:cNvPr id="11" name="文本框 10">
            <a:extLst>
              <a:ext uri="{FF2B5EF4-FFF2-40B4-BE49-F238E27FC236}">
                <a16:creationId xmlns:a16="http://schemas.microsoft.com/office/drawing/2014/main" id="{8B6C14CB-3497-B49B-C8D4-E0AFBC6FC128}"/>
              </a:ext>
            </a:extLst>
          </p:cNvPr>
          <p:cNvSpPr txBox="1"/>
          <p:nvPr/>
        </p:nvSpPr>
        <p:spPr>
          <a:xfrm>
            <a:off x="2346548" y="2580147"/>
            <a:ext cx="6127845" cy="584775"/>
          </a:xfrm>
          <a:prstGeom prst="rect">
            <a:avLst/>
          </a:prstGeom>
          <a:noFill/>
        </p:spPr>
        <p:txBody>
          <a:bodyPr wrap="square" rtlCol="0">
            <a:spAutoFit/>
          </a:bodyPr>
          <a:lstStyle/>
          <a:p>
            <a:r>
              <a:rPr lang="zh-CN" altLang="en-US" sz="3200" b="1" dirty="0">
                <a:solidFill>
                  <a:srgbClr val="0048CE"/>
                </a:solidFill>
              </a:rPr>
              <a:t>主要设计的对比</a:t>
            </a:r>
          </a:p>
        </p:txBody>
      </p:sp>
    </p:spTree>
    <p:extLst>
      <p:ext uri="{BB962C8B-B14F-4D97-AF65-F5344CB8AC3E}">
        <p14:creationId xmlns:p14="http://schemas.microsoft.com/office/powerpoint/2010/main" val="3670835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BD646-838B-2071-AE7E-E2EAD94A621C}"/>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2BB2B750-3E03-C0C8-67B9-192E4B9BCEAA}"/>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pic>
        <p:nvPicPr>
          <p:cNvPr id="11" name="图片 10">
            <a:extLst>
              <a:ext uri="{FF2B5EF4-FFF2-40B4-BE49-F238E27FC236}">
                <a16:creationId xmlns:a16="http://schemas.microsoft.com/office/drawing/2014/main" id="{8222DAA1-1BAE-0CE8-9C77-2C3E82A80B4A}"/>
              </a:ext>
            </a:extLst>
          </p:cNvPr>
          <p:cNvPicPr>
            <a:picLocks noChangeAspect="1"/>
          </p:cNvPicPr>
          <p:nvPr/>
        </p:nvPicPr>
        <p:blipFill>
          <a:blip r:embed="rId2"/>
          <a:stretch>
            <a:fillRect/>
          </a:stretch>
        </p:blipFill>
        <p:spPr>
          <a:xfrm>
            <a:off x="184195" y="197312"/>
            <a:ext cx="1741460" cy="586009"/>
          </a:xfrm>
          <a:prstGeom prst="rect">
            <a:avLst/>
          </a:prstGeom>
        </p:spPr>
      </p:pic>
      <p:sp>
        <p:nvSpPr>
          <p:cNvPr id="12" name="矩形 11">
            <a:extLst>
              <a:ext uri="{FF2B5EF4-FFF2-40B4-BE49-F238E27FC236}">
                <a16:creationId xmlns:a16="http://schemas.microsoft.com/office/drawing/2014/main" id="{CE414B79-C6DC-2DFE-D9CD-5C62B5D5D4B1}"/>
              </a:ext>
            </a:extLst>
          </p:cNvPr>
          <p:cNvSpPr/>
          <p:nvPr/>
        </p:nvSpPr>
        <p:spPr>
          <a:xfrm>
            <a:off x="0" y="4148807"/>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23D3ADBF-4AFC-CCC2-9583-4CB1F2DB95B9}"/>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11/4/2025 3:30:32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989D0C88-12C8-B08E-1A88-2C340F798154}"/>
              </a:ext>
            </a:extLst>
          </p:cNvPr>
          <p:cNvSpPr txBox="1"/>
          <p:nvPr/>
        </p:nvSpPr>
        <p:spPr>
          <a:xfrm>
            <a:off x="3045093" y="2058914"/>
            <a:ext cx="6094902" cy="1015663"/>
          </a:xfrm>
          <a:prstGeom prst="rect">
            <a:avLst/>
          </a:prstGeom>
          <a:noFill/>
        </p:spPr>
        <p:txBody>
          <a:bodyPr wrap="square">
            <a:spAutoFit/>
          </a:bodyPr>
          <a:lstStyle/>
          <a:p>
            <a:pPr algn="ctr"/>
            <a:r>
              <a:rPr lang="zh-CN" altLang="en-US" sz="6000" b="1" dirty="0"/>
              <a:t>主要设计对比</a:t>
            </a:r>
          </a:p>
        </p:txBody>
      </p:sp>
    </p:spTree>
    <p:extLst>
      <p:ext uri="{BB962C8B-B14F-4D97-AF65-F5344CB8AC3E}">
        <p14:creationId xmlns:p14="http://schemas.microsoft.com/office/powerpoint/2010/main" val="2560963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0225D-3F2D-B929-89C3-FA6883211DA8}"/>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758F66D8-9C85-0B6E-86F2-EF89B0FD9A3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7F5C1BFD-5B9B-CC07-B205-F26AF16842FD}"/>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BF46D18A-D547-88A1-DF73-23FE03A6E744}"/>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7BC13CC-BC92-B8A4-C971-AD9CD444408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pic>
        <p:nvPicPr>
          <p:cNvPr id="8" name="图片 7" descr="图片包含 游戏机, 照片, 话筒, 镜子&#10;&#10;AI 生成的内容可能不正确。">
            <a:extLst>
              <a:ext uri="{FF2B5EF4-FFF2-40B4-BE49-F238E27FC236}">
                <a16:creationId xmlns:a16="http://schemas.microsoft.com/office/drawing/2014/main" id="{9D141651-480A-6386-9FB8-8DED7A112B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9958" y="1016000"/>
            <a:ext cx="3802042" cy="2355850"/>
          </a:xfrm>
          <a:prstGeom prst="rect">
            <a:avLst/>
          </a:prstGeom>
        </p:spPr>
      </p:pic>
      <p:pic>
        <p:nvPicPr>
          <p:cNvPr id="3" name="图片 2" descr="图片包含 游戏机, 电脑, 桌子, 街道&#10;&#10;AI 生成的内容可能不正确。">
            <a:extLst>
              <a:ext uri="{FF2B5EF4-FFF2-40B4-BE49-F238E27FC236}">
                <a16:creationId xmlns:a16="http://schemas.microsoft.com/office/drawing/2014/main" id="{B2FDE79E-8FBB-3138-B82C-8FEDDE8B22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41460" y="1016001"/>
            <a:ext cx="3348498" cy="2355850"/>
          </a:xfrm>
          <a:prstGeom prst="rect">
            <a:avLst/>
          </a:prstGeom>
        </p:spPr>
      </p:pic>
      <p:pic>
        <p:nvPicPr>
          <p:cNvPr id="10" name="图片 9" descr="文本, 白板&#10;&#10;AI 生成的内容可能不正确。">
            <a:extLst>
              <a:ext uri="{FF2B5EF4-FFF2-40B4-BE49-F238E27FC236}">
                <a16:creationId xmlns:a16="http://schemas.microsoft.com/office/drawing/2014/main" id="{7510B37F-B535-5714-FFF4-2B51B22666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1459" y="3371850"/>
            <a:ext cx="3181791" cy="3487732"/>
          </a:xfrm>
          <a:prstGeom prst="rect">
            <a:avLst/>
          </a:prstGeom>
        </p:spPr>
      </p:pic>
      <p:pic>
        <p:nvPicPr>
          <p:cNvPr id="14" name="图片 13" descr="电子仪器&#10;&#10;AI 生成的内容可能不正确。">
            <a:extLst>
              <a:ext uri="{FF2B5EF4-FFF2-40B4-BE49-F238E27FC236}">
                <a16:creationId xmlns:a16="http://schemas.microsoft.com/office/drawing/2014/main" id="{19D348C4-7F41-78F4-F28F-DE71C397D4F2}"/>
              </a:ext>
            </a:extLst>
          </p:cNvPr>
          <p:cNvPicPr>
            <a:picLocks/>
          </p:cNvPicPr>
          <p:nvPr/>
        </p:nvPicPr>
        <p:blipFill>
          <a:blip r:embed="rId6">
            <a:extLst>
              <a:ext uri="{28A0092B-C50C-407E-A947-70E740481C1C}">
                <a14:useLocalDpi xmlns:a14="http://schemas.microsoft.com/office/drawing/2010/main" val="0"/>
              </a:ext>
            </a:extLst>
          </a:blip>
          <a:srcRect r="26891" b="2424"/>
          <a:stretch>
            <a:fillRect/>
          </a:stretch>
        </p:blipFill>
        <p:spPr>
          <a:xfrm>
            <a:off x="8223250" y="3284649"/>
            <a:ext cx="3968750" cy="3573351"/>
          </a:xfrm>
          <a:prstGeom prst="rect">
            <a:avLst/>
          </a:prstGeom>
        </p:spPr>
      </p:pic>
      <p:sp>
        <p:nvSpPr>
          <p:cNvPr id="15" name="文本框 14">
            <a:extLst>
              <a:ext uri="{FF2B5EF4-FFF2-40B4-BE49-F238E27FC236}">
                <a16:creationId xmlns:a16="http://schemas.microsoft.com/office/drawing/2014/main" id="{C4965229-8882-7605-E643-90E81770A36D}"/>
              </a:ext>
            </a:extLst>
          </p:cNvPr>
          <p:cNvSpPr txBox="1"/>
          <p:nvPr/>
        </p:nvSpPr>
        <p:spPr>
          <a:xfrm>
            <a:off x="2085786" y="2477069"/>
            <a:ext cx="2729555" cy="2031325"/>
          </a:xfrm>
          <a:prstGeom prst="rect">
            <a:avLst/>
          </a:prstGeom>
          <a:noFill/>
        </p:spPr>
        <p:txBody>
          <a:bodyPr wrap="square" rtlCol="0">
            <a:spAutoFit/>
          </a:bodyPr>
          <a:lstStyle/>
          <a:p>
            <a:r>
              <a:rPr lang="zh-CN" altLang="en-US" dirty="0"/>
              <a:t>此为小车三维视图与</a:t>
            </a:r>
            <a:endParaRPr lang="en-US" altLang="zh-CN" dirty="0"/>
          </a:p>
          <a:p>
            <a:r>
              <a:rPr lang="zh-CN" altLang="en-US" dirty="0"/>
              <a:t>小车整体样式，</a:t>
            </a:r>
            <a:endParaRPr lang="en-US" altLang="zh-CN" dirty="0"/>
          </a:p>
          <a:p>
            <a:r>
              <a:rPr lang="zh-CN" altLang="en-US" dirty="0"/>
              <a:t>注意：此时外壳设置为透明只是为方便观察到内部设计和样式，方便对比分析，实物使用的是铝合金外壳</a:t>
            </a:r>
          </a:p>
        </p:txBody>
      </p:sp>
    </p:spTree>
    <p:extLst>
      <p:ext uri="{BB962C8B-B14F-4D97-AF65-F5344CB8AC3E}">
        <p14:creationId xmlns:p14="http://schemas.microsoft.com/office/powerpoint/2010/main" val="16773048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F9FD2-09A6-0282-C57F-631F04CD3963}"/>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CEA62094-7EB5-CAD8-080C-08255E5B6D6B}"/>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06CE8312-9509-253F-0218-24CFA32285E5}"/>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0989636E-34C0-4A3C-23D6-57BDAF4809BA}"/>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F305CDBC-F135-6F3E-9368-C44D60CB30D0}"/>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sp>
        <p:nvSpPr>
          <p:cNvPr id="2" name="文本框 1">
            <a:extLst>
              <a:ext uri="{FF2B5EF4-FFF2-40B4-BE49-F238E27FC236}">
                <a16:creationId xmlns:a16="http://schemas.microsoft.com/office/drawing/2014/main" id="{C610D6E0-0303-1626-7A0B-4B7E21E31162}"/>
              </a:ext>
            </a:extLst>
          </p:cNvPr>
          <p:cNvSpPr txBox="1"/>
          <p:nvPr/>
        </p:nvSpPr>
        <p:spPr>
          <a:xfrm>
            <a:off x="2025282" y="1080655"/>
            <a:ext cx="3140264" cy="369332"/>
          </a:xfrm>
          <a:prstGeom prst="rect">
            <a:avLst/>
          </a:prstGeom>
          <a:noFill/>
        </p:spPr>
        <p:txBody>
          <a:bodyPr wrap="square" rtlCol="0">
            <a:spAutoFit/>
          </a:bodyPr>
          <a:lstStyle/>
          <a:p>
            <a:r>
              <a:rPr lang="zh-CN" altLang="en-US" dirty="0"/>
              <a:t>此为小车三维大小图形对比</a:t>
            </a:r>
            <a:endParaRPr lang="en-US" altLang="zh-CN" dirty="0"/>
          </a:p>
        </p:txBody>
      </p:sp>
      <p:pic>
        <p:nvPicPr>
          <p:cNvPr id="8" name="图片 7" descr="文本, 白板&#10;&#10;AI 生成的内容可能不正确。">
            <a:extLst>
              <a:ext uri="{FF2B5EF4-FFF2-40B4-BE49-F238E27FC236}">
                <a16:creationId xmlns:a16="http://schemas.microsoft.com/office/drawing/2014/main" id="{3C4D6E8B-204E-987E-ECCF-3D94C8C8FC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5282" y="3382808"/>
            <a:ext cx="4007219" cy="3081491"/>
          </a:xfrm>
          <a:prstGeom prst="rect">
            <a:avLst/>
          </a:prstGeom>
        </p:spPr>
      </p:pic>
      <p:pic>
        <p:nvPicPr>
          <p:cNvPr id="10" name="图片 9" descr="房间的摆设布局&#10;&#10;AI 生成的内容可能不正确。">
            <a:extLst>
              <a:ext uri="{FF2B5EF4-FFF2-40B4-BE49-F238E27FC236}">
                <a16:creationId xmlns:a16="http://schemas.microsoft.com/office/drawing/2014/main" id="{270E17CE-E8D4-AF97-BBD0-EAE516871E7B}"/>
              </a:ext>
            </a:extLst>
          </p:cNvPr>
          <p:cNvPicPr>
            <a:picLocks/>
          </p:cNvPicPr>
          <p:nvPr/>
        </p:nvPicPr>
        <p:blipFill>
          <a:blip r:embed="rId4">
            <a:extLst>
              <a:ext uri="{28A0092B-C50C-407E-A947-70E740481C1C}">
                <a14:useLocalDpi xmlns:a14="http://schemas.microsoft.com/office/drawing/2010/main" val="0"/>
              </a:ext>
            </a:extLst>
          </a:blip>
          <a:srcRect l="22335" t="34259" r="20359" b="27963"/>
          <a:stretch>
            <a:fillRect/>
          </a:stretch>
        </p:blipFill>
        <p:spPr>
          <a:xfrm>
            <a:off x="6159500" y="1593850"/>
            <a:ext cx="6032500" cy="5264150"/>
          </a:xfrm>
          <a:prstGeom prst="rect">
            <a:avLst/>
          </a:prstGeom>
        </p:spPr>
      </p:pic>
      <p:cxnSp>
        <p:nvCxnSpPr>
          <p:cNvPr id="12" name="直接连接符 11">
            <a:extLst>
              <a:ext uri="{FF2B5EF4-FFF2-40B4-BE49-F238E27FC236}">
                <a16:creationId xmlns:a16="http://schemas.microsoft.com/office/drawing/2014/main" id="{474E0202-C3E4-6BAE-9E9E-B1046515B027}"/>
              </a:ext>
            </a:extLst>
          </p:cNvPr>
          <p:cNvCxnSpPr>
            <a:cxnSpLocks/>
          </p:cNvCxnSpPr>
          <p:nvPr/>
        </p:nvCxnSpPr>
        <p:spPr>
          <a:xfrm>
            <a:off x="7172838" y="4206875"/>
            <a:ext cx="3958712" cy="19050"/>
          </a:xfrm>
          <a:prstGeom prst="line">
            <a:avLst/>
          </a:prstGeom>
        </p:spPr>
        <p:style>
          <a:lnRef idx="2">
            <a:schemeClr val="accent1"/>
          </a:lnRef>
          <a:fillRef idx="0">
            <a:schemeClr val="accent1"/>
          </a:fillRef>
          <a:effectRef idx="1">
            <a:schemeClr val="accent1"/>
          </a:effectRef>
          <a:fontRef idx="minor">
            <a:schemeClr val="tx1"/>
          </a:fontRef>
        </p:style>
      </p:cxnSp>
      <p:sp>
        <p:nvSpPr>
          <p:cNvPr id="14" name="文本框 13">
            <a:extLst>
              <a:ext uri="{FF2B5EF4-FFF2-40B4-BE49-F238E27FC236}">
                <a16:creationId xmlns:a16="http://schemas.microsoft.com/office/drawing/2014/main" id="{D2B566C9-4199-DBA4-B1F4-2CA320621BFB}"/>
              </a:ext>
            </a:extLst>
          </p:cNvPr>
          <p:cNvSpPr txBox="1"/>
          <p:nvPr/>
        </p:nvSpPr>
        <p:spPr>
          <a:xfrm>
            <a:off x="8702675" y="3837543"/>
            <a:ext cx="1670050" cy="369332"/>
          </a:xfrm>
          <a:prstGeom prst="rect">
            <a:avLst/>
          </a:prstGeom>
          <a:noFill/>
        </p:spPr>
        <p:txBody>
          <a:bodyPr wrap="square" rtlCol="0">
            <a:spAutoFit/>
          </a:bodyPr>
          <a:lstStyle/>
          <a:p>
            <a:r>
              <a:rPr lang="en-US" altLang="zh-CN" dirty="0">
                <a:solidFill>
                  <a:srgbClr val="FF0000"/>
                </a:solidFill>
                <a:highlight>
                  <a:srgbClr val="FFFF00"/>
                </a:highlight>
              </a:rPr>
              <a:t>500</a:t>
            </a:r>
            <a:r>
              <a:rPr lang="zh-CN" altLang="en-US" dirty="0">
                <a:solidFill>
                  <a:srgbClr val="FF0000"/>
                </a:solidFill>
                <a:highlight>
                  <a:srgbClr val="FFFF00"/>
                </a:highlight>
              </a:rPr>
              <a:t>的直径</a:t>
            </a:r>
          </a:p>
        </p:txBody>
      </p:sp>
    </p:spTree>
    <p:extLst>
      <p:ext uri="{BB962C8B-B14F-4D97-AF65-F5344CB8AC3E}">
        <p14:creationId xmlns:p14="http://schemas.microsoft.com/office/powerpoint/2010/main" val="3050389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C62F9-F4F5-58F8-0272-6A55FBBF9BDD}"/>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07CBA48E-6168-0FFE-3197-81DD00046EDD}"/>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1143EB57-B3A3-1B3E-58D0-2D3D774F956E}"/>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C1BB1742-35A4-C57B-D303-24B8252CD6F5}"/>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FB603D73-D470-F982-5882-65AF10205988}"/>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sp>
        <p:nvSpPr>
          <p:cNvPr id="2" name="文本框 1">
            <a:extLst>
              <a:ext uri="{FF2B5EF4-FFF2-40B4-BE49-F238E27FC236}">
                <a16:creationId xmlns:a16="http://schemas.microsoft.com/office/drawing/2014/main" id="{5FFC4D6C-9D3B-F42D-4749-C2C85BEDB002}"/>
              </a:ext>
            </a:extLst>
          </p:cNvPr>
          <p:cNvSpPr txBox="1"/>
          <p:nvPr/>
        </p:nvSpPr>
        <p:spPr>
          <a:xfrm>
            <a:off x="2025282" y="1080655"/>
            <a:ext cx="3140264" cy="369332"/>
          </a:xfrm>
          <a:prstGeom prst="rect">
            <a:avLst/>
          </a:prstGeom>
          <a:noFill/>
        </p:spPr>
        <p:txBody>
          <a:bodyPr wrap="square" rtlCol="0">
            <a:spAutoFit/>
          </a:bodyPr>
          <a:lstStyle/>
          <a:p>
            <a:r>
              <a:rPr lang="zh-CN" altLang="en-US" dirty="0"/>
              <a:t>此为小车三维大小图形对比</a:t>
            </a:r>
            <a:endParaRPr lang="en-US" altLang="zh-CN" dirty="0"/>
          </a:p>
        </p:txBody>
      </p:sp>
      <p:pic>
        <p:nvPicPr>
          <p:cNvPr id="9" name="图片 8" descr="社交网络的手机截图&#10;&#10;AI 生成的内容可能不正确。">
            <a:extLst>
              <a:ext uri="{FF2B5EF4-FFF2-40B4-BE49-F238E27FC236}">
                <a16:creationId xmlns:a16="http://schemas.microsoft.com/office/drawing/2014/main" id="{5B79AF0B-0EEA-6FA2-E9EA-19B8638707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5282" y="2915071"/>
            <a:ext cx="4769926" cy="2730079"/>
          </a:xfrm>
          <a:prstGeom prst="rect">
            <a:avLst/>
          </a:prstGeom>
        </p:spPr>
      </p:pic>
      <p:pic>
        <p:nvPicPr>
          <p:cNvPr id="13" name="图片 12" descr="图片包含 室内, 桌子, 猫, 前&#10;&#10;AI 生成的内容可能不正确。">
            <a:extLst>
              <a:ext uri="{FF2B5EF4-FFF2-40B4-BE49-F238E27FC236}">
                <a16:creationId xmlns:a16="http://schemas.microsoft.com/office/drawing/2014/main" id="{693255A9-BD0C-C6E3-6AC7-D9B3478D25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24650" y="2623344"/>
            <a:ext cx="5372100" cy="3021806"/>
          </a:xfrm>
          <a:prstGeom prst="rect">
            <a:avLst/>
          </a:prstGeom>
        </p:spPr>
      </p:pic>
      <p:cxnSp>
        <p:nvCxnSpPr>
          <p:cNvPr id="15" name="直接连接符 14">
            <a:extLst>
              <a:ext uri="{FF2B5EF4-FFF2-40B4-BE49-F238E27FC236}">
                <a16:creationId xmlns:a16="http://schemas.microsoft.com/office/drawing/2014/main" id="{944FC354-ED5B-4C7A-1965-19F12ECBAE84}"/>
              </a:ext>
            </a:extLst>
          </p:cNvPr>
          <p:cNvCxnSpPr>
            <a:cxnSpLocks/>
          </p:cNvCxnSpPr>
          <p:nvPr/>
        </p:nvCxnSpPr>
        <p:spPr>
          <a:xfrm>
            <a:off x="9213850" y="3079750"/>
            <a:ext cx="0" cy="1736725"/>
          </a:xfrm>
          <a:prstGeom prst="line">
            <a:avLst/>
          </a:prstGeom>
        </p:spPr>
        <p:style>
          <a:lnRef idx="2">
            <a:schemeClr val="accent1"/>
          </a:lnRef>
          <a:fillRef idx="0">
            <a:schemeClr val="accent1"/>
          </a:fillRef>
          <a:effectRef idx="1">
            <a:schemeClr val="accent1"/>
          </a:effectRef>
          <a:fontRef idx="minor">
            <a:schemeClr val="tx1"/>
          </a:fontRef>
        </p:style>
      </p:cxnSp>
      <p:sp>
        <p:nvSpPr>
          <p:cNvPr id="17" name="文本框 16">
            <a:extLst>
              <a:ext uri="{FF2B5EF4-FFF2-40B4-BE49-F238E27FC236}">
                <a16:creationId xmlns:a16="http://schemas.microsoft.com/office/drawing/2014/main" id="{CB74CBA6-135A-E5FC-2059-CDB75F881E81}"/>
              </a:ext>
            </a:extLst>
          </p:cNvPr>
          <p:cNvSpPr txBox="1"/>
          <p:nvPr/>
        </p:nvSpPr>
        <p:spPr>
          <a:xfrm>
            <a:off x="9213850" y="3843893"/>
            <a:ext cx="1670050" cy="369332"/>
          </a:xfrm>
          <a:prstGeom prst="rect">
            <a:avLst/>
          </a:prstGeom>
          <a:noFill/>
        </p:spPr>
        <p:txBody>
          <a:bodyPr wrap="square" rtlCol="0">
            <a:spAutoFit/>
          </a:bodyPr>
          <a:lstStyle/>
          <a:p>
            <a:r>
              <a:rPr lang="en-US" altLang="zh-CN" dirty="0">
                <a:solidFill>
                  <a:srgbClr val="FF0000"/>
                </a:solidFill>
                <a:highlight>
                  <a:srgbClr val="FFFF00"/>
                </a:highlight>
              </a:rPr>
              <a:t>250</a:t>
            </a:r>
            <a:r>
              <a:rPr lang="zh-CN" altLang="en-US" dirty="0">
                <a:solidFill>
                  <a:srgbClr val="FF0000"/>
                </a:solidFill>
                <a:highlight>
                  <a:srgbClr val="FFFF00"/>
                </a:highlight>
              </a:rPr>
              <a:t>的高</a:t>
            </a:r>
          </a:p>
        </p:txBody>
      </p:sp>
    </p:spTree>
    <p:extLst>
      <p:ext uri="{BB962C8B-B14F-4D97-AF65-F5344CB8AC3E}">
        <p14:creationId xmlns:p14="http://schemas.microsoft.com/office/powerpoint/2010/main" val="3090031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5CD6B-1798-A39C-652D-0CE06784E090}"/>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164E0971-4015-F27E-3E1B-74D6320281C2}"/>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CA0CBA1-0C76-98A9-A344-2168C2D4DA81}"/>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4448615F-27A1-581B-3514-A7C148D90C40}"/>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92816D9B-D4B0-2CC5-BC44-6679EF03BCD5}"/>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sp>
        <p:nvSpPr>
          <p:cNvPr id="2" name="文本框 1">
            <a:extLst>
              <a:ext uri="{FF2B5EF4-FFF2-40B4-BE49-F238E27FC236}">
                <a16:creationId xmlns:a16="http://schemas.microsoft.com/office/drawing/2014/main" id="{BB9712B6-1E0F-26D7-2A46-664DF4BD366C}"/>
              </a:ext>
            </a:extLst>
          </p:cNvPr>
          <p:cNvSpPr txBox="1"/>
          <p:nvPr/>
        </p:nvSpPr>
        <p:spPr>
          <a:xfrm>
            <a:off x="2025282" y="1065541"/>
            <a:ext cx="3140264" cy="369332"/>
          </a:xfrm>
          <a:prstGeom prst="rect">
            <a:avLst/>
          </a:prstGeom>
          <a:noFill/>
        </p:spPr>
        <p:txBody>
          <a:bodyPr wrap="square" rtlCol="0">
            <a:spAutoFit/>
          </a:bodyPr>
          <a:lstStyle/>
          <a:p>
            <a:r>
              <a:rPr lang="zh-CN" altLang="en-US" dirty="0"/>
              <a:t>此为小车内部结构的对比</a:t>
            </a:r>
            <a:endParaRPr lang="en-US" altLang="zh-CN" dirty="0"/>
          </a:p>
        </p:txBody>
      </p:sp>
      <p:pic>
        <p:nvPicPr>
          <p:cNvPr id="8" name="图片 7" descr="图片包含 乐高, 玩具, 室内, 桌子&#10;&#10;AI 生成的内容可能不正确。">
            <a:extLst>
              <a:ext uri="{FF2B5EF4-FFF2-40B4-BE49-F238E27FC236}">
                <a16:creationId xmlns:a16="http://schemas.microsoft.com/office/drawing/2014/main" id="{992E7A53-A408-4627-BDAF-CF8FA6EDBA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5282" y="2345564"/>
            <a:ext cx="3909493" cy="3111500"/>
          </a:xfrm>
          <a:prstGeom prst="rect">
            <a:avLst/>
          </a:prstGeom>
        </p:spPr>
      </p:pic>
      <p:sp>
        <p:nvSpPr>
          <p:cNvPr id="10" name="文本框 9">
            <a:extLst>
              <a:ext uri="{FF2B5EF4-FFF2-40B4-BE49-F238E27FC236}">
                <a16:creationId xmlns:a16="http://schemas.microsoft.com/office/drawing/2014/main" id="{8C91A24E-CE2F-56A8-F92C-404F72B32CDA}"/>
              </a:ext>
            </a:extLst>
          </p:cNvPr>
          <p:cNvSpPr txBox="1"/>
          <p:nvPr/>
        </p:nvSpPr>
        <p:spPr>
          <a:xfrm>
            <a:off x="2463432" y="5647241"/>
            <a:ext cx="3315068" cy="369332"/>
          </a:xfrm>
          <a:prstGeom prst="rect">
            <a:avLst/>
          </a:prstGeom>
          <a:noFill/>
        </p:spPr>
        <p:txBody>
          <a:bodyPr wrap="square" rtlCol="0">
            <a:spAutoFit/>
          </a:bodyPr>
          <a:lstStyle/>
          <a:p>
            <a:r>
              <a:rPr lang="zh-CN" altLang="en-US" dirty="0"/>
              <a:t>我们设计的布局紧凑结构合理</a:t>
            </a:r>
            <a:endParaRPr lang="en-US" altLang="zh-CN" dirty="0"/>
          </a:p>
        </p:txBody>
      </p:sp>
      <p:pic>
        <p:nvPicPr>
          <p:cNvPr id="12" name="图片 11" descr="桌子上放着几个行李箱&#10;&#10;AI 生成的内容可能不正确。">
            <a:extLst>
              <a:ext uri="{FF2B5EF4-FFF2-40B4-BE49-F238E27FC236}">
                <a16:creationId xmlns:a16="http://schemas.microsoft.com/office/drawing/2014/main" id="{EC014683-1789-9541-7C8C-38983287B4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34775" y="2341751"/>
            <a:ext cx="4155375" cy="3115313"/>
          </a:xfrm>
          <a:prstGeom prst="rect">
            <a:avLst/>
          </a:prstGeom>
        </p:spPr>
      </p:pic>
      <p:sp>
        <p:nvSpPr>
          <p:cNvPr id="14" name="文本框 13">
            <a:extLst>
              <a:ext uri="{FF2B5EF4-FFF2-40B4-BE49-F238E27FC236}">
                <a16:creationId xmlns:a16="http://schemas.microsoft.com/office/drawing/2014/main" id="{2DD54BCD-1F4B-98CA-72C7-A79B5BF238F5}"/>
              </a:ext>
            </a:extLst>
          </p:cNvPr>
          <p:cNvSpPr txBox="1"/>
          <p:nvPr/>
        </p:nvSpPr>
        <p:spPr>
          <a:xfrm>
            <a:off x="6152782" y="5647241"/>
            <a:ext cx="3315068" cy="369332"/>
          </a:xfrm>
          <a:prstGeom prst="rect">
            <a:avLst/>
          </a:prstGeom>
          <a:noFill/>
        </p:spPr>
        <p:txBody>
          <a:bodyPr wrap="square" rtlCol="0">
            <a:spAutoFit/>
          </a:bodyPr>
          <a:lstStyle/>
          <a:p>
            <a:r>
              <a:rPr lang="zh-CN" altLang="en-US" dirty="0"/>
              <a:t>原先的较多空间浪费</a:t>
            </a:r>
            <a:endParaRPr lang="en-US" altLang="zh-CN" dirty="0"/>
          </a:p>
        </p:txBody>
      </p:sp>
    </p:spTree>
    <p:extLst>
      <p:ext uri="{BB962C8B-B14F-4D97-AF65-F5344CB8AC3E}">
        <p14:creationId xmlns:p14="http://schemas.microsoft.com/office/powerpoint/2010/main" val="1069677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9413C-20CF-46EE-4746-C3C9884B495C}"/>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9EE8E0CC-620C-39C9-14F1-6D8B11CACB4C}"/>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59A16549-A2CA-19BE-1A88-012AEF6E19AC}"/>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F416E5B2-0E7E-2094-A3A8-42DAAA166109}"/>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34558BDE-C4DC-3272-1DBE-A3E4A6E4A21A}"/>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sp>
        <p:nvSpPr>
          <p:cNvPr id="2" name="文本框 1">
            <a:extLst>
              <a:ext uri="{FF2B5EF4-FFF2-40B4-BE49-F238E27FC236}">
                <a16:creationId xmlns:a16="http://schemas.microsoft.com/office/drawing/2014/main" id="{93F9E6F0-3143-3DD6-2155-F57B3DEC45D9}"/>
              </a:ext>
            </a:extLst>
          </p:cNvPr>
          <p:cNvSpPr txBox="1"/>
          <p:nvPr/>
        </p:nvSpPr>
        <p:spPr>
          <a:xfrm>
            <a:off x="2025282" y="1065541"/>
            <a:ext cx="3140264" cy="369332"/>
          </a:xfrm>
          <a:prstGeom prst="rect">
            <a:avLst/>
          </a:prstGeom>
          <a:noFill/>
        </p:spPr>
        <p:txBody>
          <a:bodyPr wrap="square" rtlCol="0">
            <a:spAutoFit/>
          </a:bodyPr>
          <a:lstStyle/>
          <a:p>
            <a:r>
              <a:rPr lang="zh-CN" altLang="en-US" dirty="0"/>
              <a:t>此为小车内部结构的对比</a:t>
            </a:r>
            <a:endParaRPr lang="en-US" altLang="zh-CN" dirty="0"/>
          </a:p>
        </p:txBody>
      </p:sp>
      <p:pic>
        <p:nvPicPr>
          <p:cNvPr id="9" name="图片 8" descr="图片包含 户外, 卡车, 男人, 大&#10;&#10;AI 生成的内容可能不正确。">
            <a:extLst>
              <a:ext uri="{FF2B5EF4-FFF2-40B4-BE49-F238E27FC236}">
                <a16:creationId xmlns:a16="http://schemas.microsoft.com/office/drawing/2014/main" id="{B4D08999-7835-14EF-8371-41169ADBB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0904" y="1387736"/>
            <a:ext cx="4101095" cy="5470264"/>
          </a:xfrm>
          <a:prstGeom prst="rect">
            <a:avLst/>
          </a:prstGeom>
        </p:spPr>
      </p:pic>
      <p:cxnSp>
        <p:nvCxnSpPr>
          <p:cNvPr id="13" name="直接箭头连接符 12">
            <a:extLst>
              <a:ext uri="{FF2B5EF4-FFF2-40B4-BE49-F238E27FC236}">
                <a16:creationId xmlns:a16="http://schemas.microsoft.com/office/drawing/2014/main" id="{A39D703E-EAF4-3979-EE4B-80286703178C}"/>
              </a:ext>
            </a:extLst>
          </p:cNvPr>
          <p:cNvCxnSpPr/>
          <p:nvPr/>
        </p:nvCxnSpPr>
        <p:spPr>
          <a:xfrm flipV="1">
            <a:off x="8807450" y="3308350"/>
            <a:ext cx="0" cy="93980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5" name="直接箭头连接符 14">
            <a:extLst>
              <a:ext uri="{FF2B5EF4-FFF2-40B4-BE49-F238E27FC236}">
                <a16:creationId xmlns:a16="http://schemas.microsoft.com/office/drawing/2014/main" id="{79F94097-9093-04E0-3F0D-97CE71D69AA1}"/>
              </a:ext>
            </a:extLst>
          </p:cNvPr>
          <p:cNvCxnSpPr/>
          <p:nvPr/>
        </p:nvCxnSpPr>
        <p:spPr>
          <a:xfrm flipV="1">
            <a:off x="11582400" y="3429000"/>
            <a:ext cx="0" cy="93980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17" name="图片 16" descr="图片包含 游戏机, 电子, 话筒, 桌子&#10;&#10;AI 生成的内容可能不正确。">
            <a:extLst>
              <a:ext uri="{FF2B5EF4-FFF2-40B4-BE49-F238E27FC236}">
                <a16:creationId xmlns:a16="http://schemas.microsoft.com/office/drawing/2014/main" id="{F55463F0-64B4-796E-C138-63D5DA23A6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12265" y="4174533"/>
            <a:ext cx="4412506" cy="2679469"/>
          </a:xfrm>
          <a:prstGeom prst="rect">
            <a:avLst/>
          </a:prstGeom>
        </p:spPr>
      </p:pic>
      <p:cxnSp>
        <p:nvCxnSpPr>
          <p:cNvPr id="18" name="直接箭头连接符 17">
            <a:extLst>
              <a:ext uri="{FF2B5EF4-FFF2-40B4-BE49-F238E27FC236}">
                <a16:creationId xmlns:a16="http://schemas.microsoft.com/office/drawing/2014/main" id="{FBF8C7E5-DFF2-A633-E9F8-37B899B62F52}"/>
              </a:ext>
            </a:extLst>
          </p:cNvPr>
          <p:cNvCxnSpPr/>
          <p:nvPr/>
        </p:nvCxnSpPr>
        <p:spPr>
          <a:xfrm flipV="1">
            <a:off x="5797550" y="5170422"/>
            <a:ext cx="0" cy="93980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9" name="直接箭头连接符 18">
            <a:extLst>
              <a:ext uri="{FF2B5EF4-FFF2-40B4-BE49-F238E27FC236}">
                <a16:creationId xmlns:a16="http://schemas.microsoft.com/office/drawing/2014/main" id="{37A79DF4-3B19-32F3-B8A9-1C596084A2C4}"/>
              </a:ext>
            </a:extLst>
          </p:cNvPr>
          <p:cNvCxnSpPr/>
          <p:nvPr/>
        </p:nvCxnSpPr>
        <p:spPr>
          <a:xfrm flipV="1">
            <a:off x="3060700" y="5170422"/>
            <a:ext cx="0" cy="93980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0" name="文本框 19">
            <a:extLst>
              <a:ext uri="{FF2B5EF4-FFF2-40B4-BE49-F238E27FC236}">
                <a16:creationId xmlns:a16="http://schemas.microsoft.com/office/drawing/2014/main" id="{B09ED3EC-D7F8-EB72-3401-8A23FEA1B190}"/>
              </a:ext>
            </a:extLst>
          </p:cNvPr>
          <p:cNvSpPr txBox="1"/>
          <p:nvPr/>
        </p:nvSpPr>
        <p:spPr>
          <a:xfrm>
            <a:off x="2025282" y="1845587"/>
            <a:ext cx="6172568" cy="923330"/>
          </a:xfrm>
          <a:prstGeom prst="rect">
            <a:avLst/>
          </a:prstGeom>
          <a:noFill/>
        </p:spPr>
        <p:txBody>
          <a:bodyPr wrap="square" rtlCol="0">
            <a:spAutoFit/>
          </a:bodyPr>
          <a:lstStyle/>
          <a:p>
            <a:r>
              <a:rPr lang="zh-CN" altLang="en-US" dirty="0"/>
              <a:t>原先的设计使用螺栓进行锁紧并提供纵向拉力，所有力汇集</a:t>
            </a:r>
            <a:endParaRPr lang="en-US" altLang="zh-CN" dirty="0"/>
          </a:p>
          <a:p>
            <a:r>
              <a:rPr lang="zh-CN" altLang="en-US" dirty="0"/>
              <a:t>到螺栓上面，受力非常不合理</a:t>
            </a:r>
            <a:endParaRPr lang="en-US" altLang="zh-CN" dirty="0"/>
          </a:p>
          <a:p>
            <a:r>
              <a:rPr lang="zh-CN" altLang="en-US" dirty="0"/>
              <a:t>我们的设计使用悬挂直接与底板解除传导力，受力合理</a:t>
            </a:r>
            <a:endParaRPr lang="en-US" altLang="zh-CN" dirty="0"/>
          </a:p>
        </p:txBody>
      </p:sp>
    </p:spTree>
    <p:extLst>
      <p:ext uri="{BB962C8B-B14F-4D97-AF65-F5344CB8AC3E}">
        <p14:creationId xmlns:p14="http://schemas.microsoft.com/office/powerpoint/2010/main" val="19013281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D4B35-8C41-0A15-0F2F-D3D4C809DB13}"/>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05EAC10D-E6CC-3498-9253-C1ECA6F429EA}"/>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656DC1F6-DF85-4D11-AF27-E28E2176263C}"/>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3444803F-F165-8CDC-D05C-AACF212BC4AA}"/>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9CD36550-D542-E26F-51A6-622F94D52392}"/>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主要设计对比</a:t>
            </a:r>
          </a:p>
        </p:txBody>
      </p:sp>
      <p:pic>
        <p:nvPicPr>
          <p:cNvPr id="8" name="图片 7" descr="桌子上的自行车&#10;&#10;AI 生成的内容可能不正确。">
            <a:extLst>
              <a:ext uri="{FF2B5EF4-FFF2-40B4-BE49-F238E27FC236}">
                <a16:creationId xmlns:a16="http://schemas.microsoft.com/office/drawing/2014/main" id="{D73DA7CC-8DEE-4A34-792E-CB6249EE4D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7400" y="1809894"/>
            <a:ext cx="3784600" cy="5048106"/>
          </a:xfrm>
          <a:prstGeom prst="rect">
            <a:avLst/>
          </a:prstGeom>
        </p:spPr>
      </p:pic>
      <p:pic>
        <p:nvPicPr>
          <p:cNvPr id="11" name="图片 10" descr="图形用户界面&#10;&#10;AI 生成的内容可能不正确。">
            <a:extLst>
              <a:ext uri="{FF2B5EF4-FFF2-40B4-BE49-F238E27FC236}">
                <a16:creationId xmlns:a16="http://schemas.microsoft.com/office/drawing/2014/main" id="{0D371542-37B9-DFD3-B479-C163225E7A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25282" y="3609518"/>
            <a:ext cx="2788018" cy="3248482"/>
          </a:xfrm>
          <a:prstGeom prst="rect">
            <a:avLst/>
          </a:prstGeom>
        </p:spPr>
      </p:pic>
      <p:sp>
        <p:nvSpPr>
          <p:cNvPr id="12" name="文本框 11">
            <a:extLst>
              <a:ext uri="{FF2B5EF4-FFF2-40B4-BE49-F238E27FC236}">
                <a16:creationId xmlns:a16="http://schemas.microsoft.com/office/drawing/2014/main" id="{6337DA96-163D-6BBD-9F9E-31EE85EA49E8}"/>
              </a:ext>
            </a:extLst>
          </p:cNvPr>
          <p:cNvSpPr txBox="1"/>
          <p:nvPr/>
        </p:nvSpPr>
        <p:spPr>
          <a:xfrm>
            <a:off x="2025282" y="1080655"/>
            <a:ext cx="3140264" cy="369332"/>
          </a:xfrm>
          <a:prstGeom prst="rect">
            <a:avLst/>
          </a:prstGeom>
          <a:noFill/>
        </p:spPr>
        <p:txBody>
          <a:bodyPr wrap="square" rtlCol="0">
            <a:spAutoFit/>
          </a:bodyPr>
          <a:lstStyle/>
          <a:p>
            <a:r>
              <a:rPr lang="zh-CN" altLang="en-US" dirty="0"/>
              <a:t>此为小车顶部空间利用对比</a:t>
            </a:r>
            <a:endParaRPr lang="en-US" altLang="zh-CN" dirty="0"/>
          </a:p>
        </p:txBody>
      </p:sp>
      <p:pic>
        <p:nvPicPr>
          <p:cNvPr id="16" name="图片 15" descr="图形用户界面&#10;&#10;AI 生成的内容可能不正确。">
            <a:extLst>
              <a:ext uri="{FF2B5EF4-FFF2-40B4-BE49-F238E27FC236}">
                <a16:creationId xmlns:a16="http://schemas.microsoft.com/office/drawing/2014/main" id="{CE537715-57EB-336A-780D-DFB30669F2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76591" y="3692863"/>
            <a:ext cx="3730808" cy="3165137"/>
          </a:xfrm>
          <a:prstGeom prst="rect">
            <a:avLst/>
          </a:prstGeom>
        </p:spPr>
      </p:pic>
      <mc:AlternateContent xmlns:mc="http://schemas.openxmlformats.org/markup-compatibility/2006" xmlns:p14="http://schemas.microsoft.com/office/powerpoint/2010/main">
        <mc:Choice Requires="p14">
          <p:contentPart p14:bwMode="auto" r:id="rId6">
            <p14:nvContentPartPr>
              <p14:cNvPr id="21" name="墨迹 20">
                <a:extLst>
                  <a:ext uri="{FF2B5EF4-FFF2-40B4-BE49-F238E27FC236}">
                    <a16:creationId xmlns:a16="http://schemas.microsoft.com/office/drawing/2014/main" id="{1EE1F3B9-6DB5-EBBE-BCD9-75B5EA843C68}"/>
                  </a:ext>
                </a:extLst>
              </p14:cNvPr>
              <p14:cNvContentPartPr/>
              <p14:nvPr/>
            </p14:nvContentPartPr>
            <p14:xfrm>
              <a:off x="5351200" y="4234890"/>
              <a:ext cx="424440" cy="308520"/>
            </p14:xfrm>
          </p:contentPart>
        </mc:Choice>
        <mc:Fallback xmlns="">
          <p:pic>
            <p:nvPicPr>
              <p:cNvPr id="21" name="墨迹 20">
                <a:extLst>
                  <a:ext uri="{FF2B5EF4-FFF2-40B4-BE49-F238E27FC236}">
                    <a16:creationId xmlns:a16="http://schemas.microsoft.com/office/drawing/2014/main" id="{1EE1F3B9-6DB5-EBBE-BCD9-75B5EA843C68}"/>
                  </a:ext>
                </a:extLst>
              </p:cNvPr>
              <p:cNvPicPr/>
              <p:nvPr/>
            </p:nvPicPr>
            <p:blipFill>
              <a:blip r:embed="rId7"/>
              <a:stretch>
                <a:fillRect/>
              </a:stretch>
            </p:blipFill>
            <p:spPr>
              <a:xfrm>
                <a:off x="5345080" y="4228770"/>
                <a:ext cx="436680" cy="3207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墨迹 22">
                <a:extLst>
                  <a:ext uri="{FF2B5EF4-FFF2-40B4-BE49-F238E27FC236}">
                    <a16:creationId xmlns:a16="http://schemas.microsoft.com/office/drawing/2014/main" id="{BB390344-61B6-FB5B-A383-15FF1686DC71}"/>
                  </a:ext>
                </a:extLst>
              </p14:cNvPr>
              <p14:cNvContentPartPr/>
              <p14:nvPr/>
            </p14:nvContentPartPr>
            <p14:xfrm>
              <a:off x="9931840" y="2283330"/>
              <a:ext cx="611280" cy="581400"/>
            </p14:xfrm>
          </p:contentPart>
        </mc:Choice>
        <mc:Fallback xmlns="">
          <p:pic>
            <p:nvPicPr>
              <p:cNvPr id="23" name="墨迹 22">
                <a:extLst>
                  <a:ext uri="{FF2B5EF4-FFF2-40B4-BE49-F238E27FC236}">
                    <a16:creationId xmlns:a16="http://schemas.microsoft.com/office/drawing/2014/main" id="{BB390344-61B6-FB5B-A383-15FF1686DC71}"/>
                  </a:ext>
                </a:extLst>
              </p:cNvPr>
              <p:cNvPicPr/>
              <p:nvPr/>
            </p:nvPicPr>
            <p:blipFill>
              <a:blip r:embed="rId9"/>
              <a:stretch>
                <a:fillRect/>
              </a:stretch>
            </p:blipFill>
            <p:spPr>
              <a:xfrm>
                <a:off x="9925720" y="2277210"/>
                <a:ext cx="623520" cy="5936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4" name="墨迹 23">
                <a:extLst>
                  <a:ext uri="{FF2B5EF4-FFF2-40B4-BE49-F238E27FC236}">
                    <a16:creationId xmlns:a16="http://schemas.microsoft.com/office/drawing/2014/main" id="{9685D6F2-B509-F124-EE11-CDFEE88EED15}"/>
                  </a:ext>
                </a:extLst>
              </p14:cNvPr>
              <p14:cNvContentPartPr/>
              <p14:nvPr/>
            </p14:nvContentPartPr>
            <p14:xfrm>
              <a:off x="10102480" y="5851650"/>
              <a:ext cx="842760" cy="799560"/>
            </p14:xfrm>
          </p:contentPart>
        </mc:Choice>
        <mc:Fallback xmlns="">
          <p:pic>
            <p:nvPicPr>
              <p:cNvPr id="24" name="墨迹 23">
                <a:extLst>
                  <a:ext uri="{FF2B5EF4-FFF2-40B4-BE49-F238E27FC236}">
                    <a16:creationId xmlns:a16="http://schemas.microsoft.com/office/drawing/2014/main" id="{9685D6F2-B509-F124-EE11-CDFEE88EED15}"/>
                  </a:ext>
                </a:extLst>
              </p:cNvPr>
              <p:cNvPicPr/>
              <p:nvPr/>
            </p:nvPicPr>
            <p:blipFill>
              <a:blip r:embed="rId11"/>
              <a:stretch>
                <a:fillRect/>
              </a:stretch>
            </p:blipFill>
            <p:spPr>
              <a:xfrm>
                <a:off x="10096360" y="5845530"/>
                <a:ext cx="855000" cy="8118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5" name="墨迹 24">
                <a:extLst>
                  <a:ext uri="{FF2B5EF4-FFF2-40B4-BE49-F238E27FC236}">
                    <a16:creationId xmlns:a16="http://schemas.microsoft.com/office/drawing/2014/main" id="{1DBCBDC7-E1DC-90AD-D5DF-504412F91350}"/>
                  </a:ext>
                </a:extLst>
              </p14:cNvPr>
              <p14:cNvContentPartPr/>
              <p14:nvPr/>
            </p14:nvContentPartPr>
            <p14:xfrm>
              <a:off x="6982360" y="4271610"/>
              <a:ext cx="381240" cy="245160"/>
            </p14:xfrm>
          </p:contentPart>
        </mc:Choice>
        <mc:Fallback xmlns="">
          <p:pic>
            <p:nvPicPr>
              <p:cNvPr id="25" name="墨迹 24">
                <a:extLst>
                  <a:ext uri="{FF2B5EF4-FFF2-40B4-BE49-F238E27FC236}">
                    <a16:creationId xmlns:a16="http://schemas.microsoft.com/office/drawing/2014/main" id="{1DBCBDC7-E1DC-90AD-D5DF-504412F91350}"/>
                  </a:ext>
                </a:extLst>
              </p:cNvPr>
              <p:cNvPicPr/>
              <p:nvPr/>
            </p:nvPicPr>
            <p:blipFill>
              <a:blip r:embed="rId13"/>
              <a:stretch>
                <a:fillRect/>
              </a:stretch>
            </p:blipFill>
            <p:spPr>
              <a:xfrm>
                <a:off x="6976240" y="4265490"/>
                <a:ext cx="39348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6" name="墨迹 25">
                <a:extLst>
                  <a:ext uri="{FF2B5EF4-FFF2-40B4-BE49-F238E27FC236}">
                    <a16:creationId xmlns:a16="http://schemas.microsoft.com/office/drawing/2014/main" id="{0715A698-F8BB-C6A9-8A98-63301DBDAB36}"/>
                  </a:ext>
                </a:extLst>
              </p14:cNvPr>
              <p14:cNvContentPartPr/>
              <p14:nvPr/>
            </p14:nvContentPartPr>
            <p14:xfrm>
              <a:off x="5407360" y="6274650"/>
              <a:ext cx="536760" cy="343080"/>
            </p14:xfrm>
          </p:contentPart>
        </mc:Choice>
        <mc:Fallback xmlns="">
          <p:pic>
            <p:nvPicPr>
              <p:cNvPr id="26" name="墨迹 25">
                <a:extLst>
                  <a:ext uri="{FF2B5EF4-FFF2-40B4-BE49-F238E27FC236}">
                    <a16:creationId xmlns:a16="http://schemas.microsoft.com/office/drawing/2014/main" id="{0715A698-F8BB-C6A9-8A98-63301DBDAB36}"/>
                  </a:ext>
                </a:extLst>
              </p:cNvPr>
              <p:cNvPicPr/>
              <p:nvPr/>
            </p:nvPicPr>
            <p:blipFill>
              <a:blip r:embed="rId15"/>
              <a:stretch>
                <a:fillRect/>
              </a:stretch>
            </p:blipFill>
            <p:spPr>
              <a:xfrm>
                <a:off x="5401240" y="6268530"/>
                <a:ext cx="549000" cy="355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7" name="墨迹 26">
                <a:extLst>
                  <a:ext uri="{FF2B5EF4-FFF2-40B4-BE49-F238E27FC236}">
                    <a16:creationId xmlns:a16="http://schemas.microsoft.com/office/drawing/2014/main" id="{D79424AC-AD6D-7DCB-133C-B5A221F709DA}"/>
                  </a:ext>
                </a:extLst>
              </p14:cNvPr>
              <p14:cNvContentPartPr/>
              <p14:nvPr/>
            </p14:nvContentPartPr>
            <p14:xfrm>
              <a:off x="6836920" y="6279690"/>
              <a:ext cx="599400" cy="326160"/>
            </p14:xfrm>
          </p:contentPart>
        </mc:Choice>
        <mc:Fallback xmlns="">
          <p:pic>
            <p:nvPicPr>
              <p:cNvPr id="27" name="墨迹 26">
                <a:extLst>
                  <a:ext uri="{FF2B5EF4-FFF2-40B4-BE49-F238E27FC236}">
                    <a16:creationId xmlns:a16="http://schemas.microsoft.com/office/drawing/2014/main" id="{D79424AC-AD6D-7DCB-133C-B5A221F709DA}"/>
                  </a:ext>
                </a:extLst>
              </p:cNvPr>
              <p:cNvPicPr/>
              <p:nvPr/>
            </p:nvPicPr>
            <p:blipFill>
              <a:blip r:embed="rId17"/>
              <a:stretch>
                <a:fillRect/>
              </a:stretch>
            </p:blipFill>
            <p:spPr>
              <a:xfrm>
                <a:off x="6830800" y="6273570"/>
                <a:ext cx="61164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8" name="墨迹 27">
                <a:extLst>
                  <a:ext uri="{FF2B5EF4-FFF2-40B4-BE49-F238E27FC236}">
                    <a16:creationId xmlns:a16="http://schemas.microsoft.com/office/drawing/2014/main" id="{074AA045-1916-94E1-C959-369AEEB544FC}"/>
                  </a:ext>
                </a:extLst>
              </p14:cNvPr>
              <p14:cNvContentPartPr/>
              <p14:nvPr/>
            </p14:nvContentPartPr>
            <p14:xfrm>
              <a:off x="3358960" y="1282530"/>
              <a:ext cx="360" cy="360"/>
            </p14:xfrm>
          </p:contentPart>
        </mc:Choice>
        <mc:Fallback xmlns="">
          <p:pic>
            <p:nvPicPr>
              <p:cNvPr id="28" name="墨迹 27">
                <a:extLst>
                  <a:ext uri="{FF2B5EF4-FFF2-40B4-BE49-F238E27FC236}">
                    <a16:creationId xmlns:a16="http://schemas.microsoft.com/office/drawing/2014/main" id="{074AA045-1916-94E1-C959-369AEEB544FC}"/>
                  </a:ext>
                </a:extLst>
              </p:cNvPr>
              <p:cNvPicPr/>
              <p:nvPr/>
            </p:nvPicPr>
            <p:blipFill>
              <a:blip r:embed="rId19"/>
              <a:stretch>
                <a:fillRect/>
              </a:stretch>
            </p:blipFill>
            <p:spPr>
              <a:xfrm>
                <a:off x="3352840" y="1276410"/>
                <a:ext cx="12600" cy="12600"/>
              </a:xfrm>
              <a:prstGeom prst="rect">
                <a:avLst/>
              </a:prstGeom>
            </p:spPr>
          </p:pic>
        </mc:Fallback>
      </mc:AlternateContent>
      <p:sp>
        <p:nvSpPr>
          <p:cNvPr id="29" name="文本框 28">
            <a:extLst>
              <a:ext uri="{FF2B5EF4-FFF2-40B4-BE49-F238E27FC236}">
                <a16:creationId xmlns:a16="http://schemas.microsoft.com/office/drawing/2014/main" id="{FE328EC5-F5FA-1B51-253F-54C6447BA4C1}"/>
              </a:ext>
            </a:extLst>
          </p:cNvPr>
          <p:cNvSpPr txBox="1"/>
          <p:nvPr/>
        </p:nvSpPr>
        <p:spPr>
          <a:xfrm>
            <a:off x="2018932" y="2000965"/>
            <a:ext cx="6121768" cy="923330"/>
          </a:xfrm>
          <a:prstGeom prst="rect">
            <a:avLst/>
          </a:prstGeom>
          <a:noFill/>
        </p:spPr>
        <p:txBody>
          <a:bodyPr wrap="square" rtlCol="0">
            <a:spAutoFit/>
          </a:bodyPr>
          <a:lstStyle/>
          <a:p>
            <a:r>
              <a:rPr lang="zh-CN" altLang="en-US" dirty="0"/>
              <a:t>本设计底部螺丝直接与外壳相连接，总体安装比右图红圈标注的地方的螺母连接更易连接（本设计还有很多有代表性的这类设计，只是使用这一典型设计做声明）</a:t>
            </a:r>
            <a:endParaRPr lang="en-US" altLang="zh-CN" dirty="0"/>
          </a:p>
        </p:txBody>
      </p:sp>
    </p:spTree>
    <p:extLst>
      <p:ext uri="{BB962C8B-B14F-4D97-AF65-F5344CB8AC3E}">
        <p14:creationId xmlns:p14="http://schemas.microsoft.com/office/powerpoint/2010/main" val="15197104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46D2D-5966-0F74-6D12-703872495565}"/>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93D831FF-2306-F63F-DCE0-E9423A746CD4}"/>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pic>
        <p:nvPicPr>
          <p:cNvPr id="11" name="图片 10">
            <a:extLst>
              <a:ext uri="{FF2B5EF4-FFF2-40B4-BE49-F238E27FC236}">
                <a16:creationId xmlns:a16="http://schemas.microsoft.com/office/drawing/2014/main" id="{E376776B-AC80-ACAB-3289-8426D23CDEC4}"/>
              </a:ext>
            </a:extLst>
          </p:cNvPr>
          <p:cNvPicPr>
            <a:picLocks noChangeAspect="1"/>
          </p:cNvPicPr>
          <p:nvPr/>
        </p:nvPicPr>
        <p:blipFill>
          <a:blip r:embed="rId2"/>
          <a:stretch>
            <a:fillRect/>
          </a:stretch>
        </p:blipFill>
        <p:spPr>
          <a:xfrm>
            <a:off x="184195" y="197312"/>
            <a:ext cx="1741460" cy="586009"/>
          </a:xfrm>
          <a:prstGeom prst="rect">
            <a:avLst/>
          </a:prstGeom>
        </p:spPr>
      </p:pic>
      <p:sp>
        <p:nvSpPr>
          <p:cNvPr id="12" name="矩形 11">
            <a:extLst>
              <a:ext uri="{FF2B5EF4-FFF2-40B4-BE49-F238E27FC236}">
                <a16:creationId xmlns:a16="http://schemas.microsoft.com/office/drawing/2014/main" id="{BAEE068F-9133-5C3F-CC0B-F2BD9DC73CED}"/>
              </a:ext>
            </a:extLst>
          </p:cNvPr>
          <p:cNvSpPr/>
          <p:nvPr/>
        </p:nvSpPr>
        <p:spPr>
          <a:xfrm>
            <a:off x="0" y="4148807"/>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BC18C6EE-7F3A-0E9A-B639-5FDA418959EE}"/>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11/4/2025 3:30:32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078318D7-6FB3-6774-7432-B3A424CFF3E8}"/>
              </a:ext>
            </a:extLst>
          </p:cNvPr>
          <p:cNvSpPr txBox="1"/>
          <p:nvPr/>
        </p:nvSpPr>
        <p:spPr>
          <a:xfrm>
            <a:off x="3045093" y="2058914"/>
            <a:ext cx="6094902" cy="1015663"/>
          </a:xfrm>
          <a:prstGeom prst="rect">
            <a:avLst/>
          </a:prstGeom>
          <a:noFill/>
        </p:spPr>
        <p:txBody>
          <a:bodyPr wrap="square">
            <a:spAutoFit/>
          </a:bodyPr>
          <a:lstStyle/>
          <a:p>
            <a:pPr algn="ctr"/>
            <a:r>
              <a:rPr lang="zh-CN" altLang="en-US" sz="6000" b="1" dirty="0"/>
              <a:t>设计的优势</a:t>
            </a:r>
          </a:p>
        </p:txBody>
      </p:sp>
    </p:spTree>
    <p:extLst>
      <p:ext uri="{BB962C8B-B14F-4D97-AF65-F5344CB8AC3E}">
        <p14:creationId xmlns:p14="http://schemas.microsoft.com/office/powerpoint/2010/main" val="35638276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486A4-25C8-80EB-B98F-F21C88E568D1}"/>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E467A7E4-0295-74C2-DC72-21C21C8A5792}"/>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9F4084D3-B844-34F1-2496-648C4214477D}"/>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CA3B772A-8453-ACD2-789C-39FC44E8EBED}"/>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388B8198-E8D3-77D0-2731-F18FCD01F69A}"/>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设计的优势</a:t>
            </a:r>
          </a:p>
        </p:txBody>
      </p:sp>
      <p:sp>
        <p:nvSpPr>
          <p:cNvPr id="2" name="文本框 1">
            <a:extLst>
              <a:ext uri="{FF2B5EF4-FFF2-40B4-BE49-F238E27FC236}">
                <a16:creationId xmlns:a16="http://schemas.microsoft.com/office/drawing/2014/main" id="{DF68CAD5-53C4-B1B7-AB52-3B0AA0C5D45B}"/>
              </a:ext>
            </a:extLst>
          </p:cNvPr>
          <p:cNvSpPr txBox="1"/>
          <p:nvPr/>
        </p:nvSpPr>
        <p:spPr>
          <a:xfrm>
            <a:off x="2177682" y="1245755"/>
            <a:ext cx="8680818" cy="646331"/>
          </a:xfrm>
          <a:prstGeom prst="rect">
            <a:avLst/>
          </a:prstGeom>
          <a:noFill/>
        </p:spPr>
        <p:txBody>
          <a:bodyPr wrap="square" rtlCol="0">
            <a:spAutoFit/>
          </a:bodyPr>
          <a:lstStyle/>
          <a:p>
            <a:r>
              <a:rPr lang="en-US" altLang="zh-CN" dirty="0"/>
              <a:t>1.</a:t>
            </a:r>
            <a:r>
              <a:rPr lang="zh-CN" altLang="en-US" dirty="0"/>
              <a:t>根据前面的对比已经知道本设计使用的结构使得整体体积下降</a:t>
            </a:r>
            <a:r>
              <a:rPr lang="en-US" altLang="zh-CN" dirty="0"/>
              <a:t>1.8</a:t>
            </a:r>
            <a:r>
              <a:rPr lang="zh-CN" altLang="en-US" dirty="0"/>
              <a:t>倍</a:t>
            </a:r>
            <a:r>
              <a:rPr lang="en-US" altLang="zh-CN" dirty="0"/>
              <a:t>250*250*250*3.14/(430*304*200)=1.8</a:t>
            </a:r>
          </a:p>
        </p:txBody>
      </p:sp>
      <p:sp>
        <p:nvSpPr>
          <p:cNvPr id="3" name="文本框 2">
            <a:extLst>
              <a:ext uri="{FF2B5EF4-FFF2-40B4-BE49-F238E27FC236}">
                <a16:creationId xmlns:a16="http://schemas.microsoft.com/office/drawing/2014/main" id="{BBD47FE4-B097-CF94-7853-A5AA10554AC0}"/>
              </a:ext>
            </a:extLst>
          </p:cNvPr>
          <p:cNvSpPr txBox="1"/>
          <p:nvPr/>
        </p:nvSpPr>
        <p:spPr>
          <a:xfrm>
            <a:off x="2177682" y="1969586"/>
            <a:ext cx="9423768" cy="646331"/>
          </a:xfrm>
          <a:prstGeom prst="rect">
            <a:avLst/>
          </a:prstGeom>
          <a:noFill/>
        </p:spPr>
        <p:txBody>
          <a:bodyPr wrap="square" rtlCol="0">
            <a:spAutoFit/>
          </a:bodyPr>
          <a:lstStyle/>
          <a:p>
            <a:r>
              <a:rPr lang="en-US" altLang="zh-CN" dirty="0"/>
              <a:t>2.</a:t>
            </a:r>
            <a:r>
              <a:rPr lang="zh-CN" altLang="en-US" dirty="0"/>
              <a:t>不仅螺栓受力更合理，而且支撑架的受力同样更合理</a:t>
            </a:r>
            <a:endParaRPr lang="en-US" altLang="zh-CN" dirty="0"/>
          </a:p>
          <a:p>
            <a:r>
              <a:rPr lang="en-US" altLang="zh-CN" dirty="0"/>
              <a:t>	</a:t>
            </a:r>
            <a:r>
              <a:rPr lang="zh-CN" altLang="en-US" dirty="0"/>
              <a:t>悬挂的顶部直接是支撑架，底盘不传导车体本身重量以外的其他力是非承载式底盘。</a:t>
            </a:r>
            <a:endParaRPr lang="en-US" altLang="zh-CN" dirty="0"/>
          </a:p>
        </p:txBody>
      </p:sp>
      <p:pic>
        <p:nvPicPr>
          <p:cNvPr id="9" name="图片 8" descr="图形用户界面&#10;&#10;AI 生成的内容可能不正确。">
            <a:extLst>
              <a:ext uri="{FF2B5EF4-FFF2-40B4-BE49-F238E27FC236}">
                <a16:creationId xmlns:a16="http://schemas.microsoft.com/office/drawing/2014/main" id="{32A6575E-C63F-CAB6-B915-4009CD81B4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1956" y="2711312"/>
            <a:ext cx="5502894" cy="3991462"/>
          </a:xfrm>
          <a:prstGeom prst="rect">
            <a:avLst/>
          </a:prstGeom>
        </p:spPr>
      </p:pic>
    </p:spTree>
    <p:extLst>
      <p:ext uri="{BB962C8B-B14F-4D97-AF65-F5344CB8AC3E}">
        <p14:creationId xmlns:p14="http://schemas.microsoft.com/office/powerpoint/2010/main" val="20150426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65628-F3DB-3BDB-432E-66A2821CBBBC}"/>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BE73A742-8F13-EBEE-FF49-DBF43FBC6AD8}"/>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42A18D5-F3E7-2E48-761E-F8FA33695C2F}"/>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42DDB18B-1EFE-FBF5-99F4-34ED5A9D3664}"/>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30B75C31-FED7-CA52-B480-7BAB2B90891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设计的优势</a:t>
            </a:r>
          </a:p>
        </p:txBody>
      </p:sp>
      <p:pic>
        <p:nvPicPr>
          <p:cNvPr id="10" name="图片 9" descr="图形用户界面&#10;&#10;AI 生成的内容可能不正确。">
            <a:extLst>
              <a:ext uri="{FF2B5EF4-FFF2-40B4-BE49-F238E27FC236}">
                <a16:creationId xmlns:a16="http://schemas.microsoft.com/office/drawing/2014/main" id="{9D2A4DFC-98E7-7AF7-0C05-9718E9D6EC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92970" y="3029755"/>
            <a:ext cx="5115035" cy="3271908"/>
          </a:xfrm>
          <a:prstGeom prst="rect">
            <a:avLst/>
          </a:prstGeom>
        </p:spPr>
      </p:pic>
      <p:sp>
        <p:nvSpPr>
          <p:cNvPr id="11" name="文本框 10">
            <a:extLst>
              <a:ext uri="{FF2B5EF4-FFF2-40B4-BE49-F238E27FC236}">
                <a16:creationId xmlns:a16="http://schemas.microsoft.com/office/drawing/2014/main" id="{3B31EA88-0BA0-3E92-3FC3-62B6B319C22F}"/>
              </a:ext>
            </a:extLst>
          </p:cNvPr>
          <p:cNvSpPr txBox="1"/>
          <p:nvPr/>
        </p:nvSpPr>
        <p:spPr>
          <a:xfrm>
            <a:off x="2087530" y="1813879"/>
            <a:ext cx="9423768" cy="923330"/>
          </a:xfrm>
          <a:prstGeom prst="rect">
            <a:avLst/>
          </a:prstGeom>
          <a:noFill/>
        </p:spPr>
        <p:txBody>
          <a:bodyPr wrap="square" rtlCol="0">
            <a:spAutoFit/>
          </a:bodyPr>
          <a:lstStyle/>
          <a:p>
            <a:r>
              <a:rPr lang="en-US" altLang="zh-CN" dirty="0"/>
              <a:t>2.</a:t>
            </a:r>
            <a:r>
              <a:rPr lang="zh-CN" altLang="en-US" dirty="0"/>
              <a:t>本设计中电池是直接使用支撑螺丝固定在板材上面的而非使用钢条绑定在底盘上面，这样的设计更加简单便宜因为固定螺栓使用的是标准件，并且整体受力是多个方向的支持力比原先使用支持力和摩擦力的合力要更好。整车的一体性要明显更好！</a:t>
            </a:r>
            <a:endParaRPr lang="en-US" altLang="zh-CN" dirty="0"/>
          </a:p>
        </p:txBody>
      </p:sp>
    </p:spTree>
    <p:extLst>
      <p:ext uri="{BB962C8B-B14F-4D97-AF65-F5344CB8AC3E}">
        <p14:creationId xmlns:p14="http://schemas.microsoft.com/office/powerpoint/2010/main" val="3684701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5E4CC-FE9B-542E-7F38-E78E4CF2DF93}"/>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6F271911-38CD-2707-73F6-95B7B9501206}"/>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pic>
        <p:nvPicPr>
          <p:cNvPr id="11" name="图片 10">
            <a:extLst>
              <a:ext uri="{FF2B5EF4-FFF2-40B4-BE49-F238E27FC236}">
                <a16:creationId xmlns:a16="http://schemas.microsoft.com/office/drawing/2014/main" id="{337F2A7A-9898-8C8D-C90E-22F00576360C}"/>
              </a:ext>
            </a:extLst>
          </p:cNvPr>
          <p:cNvPicPr>
            <a:picLocks noChangeAspect="1"/>
          </p:cNvPicPr>
          <p:nvPr/>
        </p:nvPicPr>
        <p:blipFill>
          <a:blip r:embed="rId2"/>
          <a:stretch>
            <a:fillRect/>
          </a:stretch>
        </p:blipFill>
        <p:spPr>
          <a:xfrm>
            <a:off x="184195" y="197312"/>
            <a:ext cx="1741460" cy="586009"/>
          </a:xfrm>
          <a:prstGeom prst="rect">
            <a:avLst/>
          </a:prstGeom>
        </p:spPr>
      </p:pic>
      <p:sp>
        <p:nvSpPr>
          <p:cNvPr id="12" name="矩形 11">
            <a:extLst>
              <a:ext uri="{FF2B5EF4-FFF2-40B4-BE49-F238E27FC236}">
                <a16:creationId xmlns:a16="http://schemas.microsoft.com/office/drawing/2014/main" id="{01D08593-C24A-62AE-946A-4F88DEE46927}"/>
              </a:ext>
            </a:extLst>
          </p:cNvPr>
          <p:cNvSpPr/>
          <p:nvPr/>
        </p:nvSpPr>
        <p:spPr>
          <a:xfrm>
            <a:off x="0" y="4148807"/>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63471180-A9EE-FE66-81F9-AD2ECBBCE14D}"/>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11/4/2025 3:30:32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3EFCF802-7E51-7A0E-3BD1-9015A6F49168}"/>
              </a:ext>
            </a:extLst>
          </p:cNvPr>
          <p:cNvSpPr txBox="1"/>
          <p:nvPr/>
        </p:nvSpPr>
        <p:spPr>
          <a:xfrm>
            <a:off x="3045093" y="2058914"/>
            <a:ext cx="6094902" cy="1015663"/>
          </a:xfrm>
          <a:prstGeom prst="rect">
            <a:avLst/>
          </a:prstGeom>
          <a:noFill/>
        </p:spPr>
        <p:txBody>
          <a:bodyPr wrap="square">
            <a:spAutoFit/>
          </a:bodyPr>
          <a:lstStyle/>
          <a:p>
            <a:pPr algn="ctr"/>
            <a:r>
              <a:rPr lang="zh-CN" altLang="en-US" sz="6000" b="1" dirty="0"/>
              <a:t>设计的劣势</a:t>
            </a:r>
          </a:p>
        </p:txBody>
      </p:sp>
    </p:spTree>
    <p:extLst>
      <p:ext uri="{BB962C8B-B14F-4D97-AF65-F5344CB8AC3E}">
        <p14:creationId xmlns:p14="http://schemas.microsoft.com/office/powerpoint/2010/main" val="14825063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A0AFF-9EC8-6F9A-CE4F-60E3E275018F}"/>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3C363D2D-8357-C199-A00E-1028341C37C6}"/>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2980B01B-3C4E-FC34-8A09-C35E3AD9FAF7}"/>
              </a:ext>
            </a:extLst>
          </p:cNvPr>
          <p:cNvPicPr>
            <a:picLocks noChangeAspect="1"/>
          </p:cNvPicPr>
          <p:nvPr/>
        </p:nvPicPr>
        <p:blipFill>
          <a:blip r:embed="rId2"/>
          <a:stretch>
            <a:fillRect/>
          </a:stretch>
        </p:blipFill>
        <p:spPr>
          <a:xfrm>
            <a:off x="184195" y="197312"/>
            <a:ext cx="1741460" cy="586009"/>
          </a:xfrm>
          <a:prstGeom prst="rect">
            <a:avLst/>
          </a:prstGeom>
        </p:spPr>
      </p:pic>
      <p:sp>
        <p:nvSpPr>
          <p:cNvPr id="6" name="矩形 5">
            <a:extLst>
              <a:ext uri="{FF2B5EF4-FFF2-40B4-BE49-F238E27FC236}">
                <a16:creationId xmlns:a16="http://schemas.microsoft.com/office/drawing/2014/main" id="{B3C654B3-DC51-CBD5-73D9-5D6FEB57CD1D}"/>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C291B290-A638-13EE-987D-637CE4457478}"/>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设计的劣势</a:t>
            </a:r>
          </a:p>
        </p:txBody>
      </p:sp>
      <p:pic>
        <p:nvPicPr>
          <p:cNvPr id="3" name="图片 2" descr="图片包含 游戏机, 卡车, 男人, 床&#10;&#10;AI 生成的内容可能不正确。">
            <a:extLst>
              <a:ext uri="{FF2B5EF4-FFF2-40B4-BE49-F238E27FC236}">
                <a16:creationId xmlns:a16="http://schemas.microsoft.com/office/drawing/2014/main" id="{E6E072EB-9A06-9591-224D-CD3906E7F5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5282" y="2659495"/>
            <a:ext cx="4534179" cy="4198505"/>
          </a:xfrm>
          <a:prstGeom prst="rect">
            <a:avLst/>
          </a:prstGeom>
        </p:spPr>
      </p:pic>
      <p:sp>
        <p:nvSpPr>
          <p:cNvPr id="8" name="文本框 7">
            <a:extLst>
              <a:ext uri="{FF2B5EF4-FFF2-40B4-BE49-F238E27FC236}">
                <a16:creationId xmlns:a16="http://schemas.microsoft.com/office/drawing/2014/main" id="{D18B5B90-E64B-6845-5D46-591A4EB76A88}"/>
              </a:ext>
            </a:extLst>
          </p:cNvPr>
          <p:cNvSpPr txBox="1"/>
          <p:nvPr/>
        </p:nvSpPr>
        <p:spPr>
          <a:xfrm>
            <a:off x="2025282" y="1655512"/>
            <a:ext cx="9423768" cy="646331"/>
          </a:xfrm>
          <a:prstGeom prst="rect">
            <a:avLst/>
          </a:prstGeom>
          <a:noFill/>
        </p:spPr>
        <p:txBody>
          <a:bodyPr wrap="square" rtlCol="0">
            <a:spAutoFit/>
          </a:bodyPr>
          <a:lstStyle/>
          <a:p>
            <a:r>
              <a:rPr lang="en-US" altLang="zh-CN" dirty="0"/>
              <a:t>2.</a:t>
            </a:r>
            <a:r>
              <a:rPr lang="zh-CN" altLang="en-US" dirty="0"/>
              <a:t>本设计唯一相比原先的设计的劣势是，由于需要压缩体积，导致雷达的扫描范围有小部分减少，但基本上不影响使用，本车的雷达也是完全暴露的。</a:t>
            </a:r>
            <a:endParaRPr lang="en-US" altLang="zh-CN" dirty="0"/>
          </a:p>
        </p:txBody>
      </p:sp>
      <p:cxnSp>
        <p:nvCxnSpPr>
          <p:cNvPr id="10" name="直接连接符 9">
            <a:extLst>
              <a:ext uri="{FF2B5EF4-FFF2-40B4-BE49-F238E27FC236}">
                <a16:creationId xmlns:a16="http://schemas.microsoft.com/office/drawing/2014/main" id="{2FA82985-AC42-A78F-2464-C843D08DAC31}"/>
              </a:ext>
            </a:extLst>
          </p:cNvPr>
          <p:cNvCxnSpPr>
            <a:cxnSpLocks/>
          </p:cNvCxnSpPr>
          <p:nvPr/>
        </p:nvCxnSpPr>
        <p:spPr>
          <a:xfrm>
            <a:off x="5130800" y="2659495"/>
            <a:ext cx="565150" cy="226175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直接连接符 10">
            <a:extLst>
              <a:ext uri="{FF2B5EF4-FFF2-40B4-BE49-F238E27FC236}">
                <a16:creationId xmlns:a16="http://schemas.microsoft.com/office/drawing/2014/main" id="{32C0C85C-97B6-12DF-A2C0-556D8338EB4C}"/>
              </a:ext>
            </a:extLst>
          </p:cNvPr>
          <p:cNvCxnSpPr>
            <a:cxnSpLocks/>
          </p:cNvCxnSpPr>
          <p:nvPr/>
        </p:nvCxnSpPr>
        <p:spPr>
          <a:xfrm flipH="1">
            <a:off x="5207000" y="4921250"/>
            <a:ext cx="488950" cy="193675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15" name="文本框 14">
            <a:extLst>
              <a:ext uri="{FF2B5EF4-FFF2-40B4-BE49-F238E27FC236}">
                <a16:creationId xmlns:a16="http://schemas.microsoft.com/office/drawing/2014/main" id="{5AE5DE46-7297-ADC7-D968-896062948755}"/>
              </a:ext>
            </a:extLst>
          </p:cNvPr>
          <p:cNvSpPr txBox="1"/>
          <p:nvPr/>
        </p:nvSpPr>
        <p:spPr>
          <a:xfrm>
            <a:off x="2231406" y="4321085"/>
            <a:ext cx="3140264" cy="1200329"/>
          </a:xfrm>
          <a:prstGeom prst="rect">
            <a:avLst/>
          </a:prstGeom>
          <a:noFill/>
        </p:spPr>
        <p:txBody>
          <a:bodyPr wrap="square" rtlCol="0">
            <a:spAutoFit/>
          </a:bodyPr>
          <a:lstStyle/>
          <a:p>
            <a:r>
              <a:rPr lang="zh-CN" altLang="en-US" sz="7200" dirty="0">
                <a:solidFill>
                  <a:srgbClr val="FF0000"/>
                </a:solidFill>
                <a:highlight>
                  <a:srgbClr val="FFFF00"/>
                </a:highlight>
              </a:rPr>
              <a:t>盲区</a:t>
            </a:r>
            <a:endParaRPr lang="en-US" altLang="zh-CN" sz="7200" dirty="0">
              <a:solidFill>
                <a:srgbClr val="FF0000"/>
              </a:solidFill>
              <a:highlight>
                <a:srgbClr val="FFFF00"/>
              </a:highlight>
            </a:endParaRPr>
          </a:p>
        </p:txBody>
      </p:sp>
    </p:spTree>
    <p:extLst>
      <p:ext uri="{BB962C8B-B14F-4D97-AF65-F5344CB8AC3E}">
        <p14:creationId xmlns:p14="http://schemas.microsoft.com/office/powerpoint/2010/main" val="30022893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15731</TotalTime>
  <Words>431</Words>
  <Application>Microsoft Office PowerPoint</Application>
  <PresentationFormat>宽屏</PresentationFormat>
  <Paragraphs>48</Paragraphs>
  <Slides>14</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14</vt:i4>
      </vt:variant>
    </vt:vector>
  </HeadingPairs>
  <TitlesOfParts>
    <vt:vector size="18"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c0 ex</dc:creator>
  <cp:lastModifiedBy>煜暄 陈</cp:lastModifiedBy>
  <cp:revision>10</cp:revision>
  <dcterms:created xsi:type="dcterms:W3CDTF">2025-09-29T04:37:19Z</dcterms:created>
  <dcterms:modified xsi:type="dcterms:W3CDTF">2025-11-04T07:39:11Z</dcterms:modified>
</cp:coreProperties>
</file>