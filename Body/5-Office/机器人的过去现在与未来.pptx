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custDataLst>
    <p:tags r:id="rId14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标题 307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104505" cy="1470025"/>
          </a:xfrm>
          <a:ln/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zh-CN" sz="4400" kern="1200" baseline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机器人的过去现在与我们的未来</a:t>
            </a:r>
            <a:endParaRPr lang="zh-CN" sz="4400" kern="1200" baseline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5" name="副标题 307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/>
        </p:spPr>
        <p:txBody>
          <a:bodyPr/>
          <a:p>
            <a:pPr defTabSz="914400">
              <a:buClrTx/>
              <a:buSzTx/>
              <a:buFontTx/>
            </a:pPr>
            <a:r>
              <a:rPr lang="zh-CN" sz="3200" kern="1200" baseline="0">
                <a:latin typeface="Arial" panose="020B0604020202020204" pitchFamily="34" charset="0"/>
                <a:ea typeface="宋体" panose="02010600030101010101" pitchFamily="2" charset="-122"/>
              </a:rPr>
              <a:t>机制</a:t>
            </a:r>
            <a:r>
              <a:rPr lang="en-US" altLang="zh-CN" sz="3200" kern="1200" baseline="0">
                <a:latin typeface="Arial" panose="020B0604020202020204" pitchFamily="34" charset="0"/>
                <a:ea typeface="宋体" panose="02010600030101010101" pitchFamily="2" charset="-122"/>
              </a:rPr>
              <a:t>231</a:t>
            </a:r>
            <a:r>
              <a:rPr lang="zh-CN" altLang="en-US" sz="3200" kern="1200" baseline="0">
                <a:latin typeface="Arial" panose="020B0604020202020204" pitchFamily="34" charset="0"/>
                <a:ea typeface="宋体" panose="02010600030101010101" pitchFamily="2" charset="-122"/>
              </a:rPr>
              <a:t>陈煜</a:t>
            </a:r>
            <a:r>
              <a:rPr lang="zh-CN" altLang="en-US" sz="3200" kern="1200" baseline="0">
                <a:latin typeface="Arial" panose="020B0604020202020204" pitchFamily="34" charset="0"/>
                <a:ea typeface="宋体" panose="02010600030101010101" pitchFamily="2" charset="-122"/>
              </a:rPr>
              <a:t>暄</a:t>
            </a:r>
            <a:endParaRPr lang="zh-CN" altLang="en-US" sz="3200" kern="1200" baseline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机器人学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机械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机器人学与机械的分道扬镳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需求再生产问题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人类的存在危机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机器人词源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劳役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劳动力的再生产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劳动能力的恢复和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维系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2.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劳动技能的积累和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传授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3.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新劳动力的繁衍和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机器人再生产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”---&gt;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真的机器人：劳动力（劳役，工人）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高度智能机械：生产资料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　　　　　　　科学技术的物化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科幻小说中真机器人与高度智能化的机械的区别：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１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劳动的二重性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２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劳动力的再生产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最像人的机器人　　　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为什么？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机器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机器人未来的发展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机械：生产需求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　　　目的先于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存在　　自动拆解的螺丝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机器人：无人介入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　　　希望把自身再生产转换为一般生产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　　　存在先于目的－－－－与人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类似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需求再生产问题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人类可以进行需求</a:t>
            </a:r>
            <a:r>
              <a:rPr lang="zh-CN" altLang="en-US"/>
              <a:t>再生产</a:t>
            </a:r>
            <a:endParaRPr lang="zh-CN" altLang="en-US"/>
          </a:p>
          <a:p>
            <a:r>
              <a:rPr lang="zh-CN" altLang="en-US"/>
              <a:t>机器人</a:t>
            </a:r>
            <a:r>
              <a:rPr lang="zh-CN" altLang="en-US"/>
              <a:t>一般来说不可以</a:t>
            </a:r>
            <a:endParaRPr lang="zh-CN" altLang="en-US"/>
          </a:p>
          <a:p>
            <a:r>
              <a:rPr lang="zh-CN" altLang="en-US"/>
              <a:t>机器人也不能产生新的</a:t>
            </a:r>
            <a:r>
              <a:rPr lang="zh-CN" altLang="en-US"/>
              <a:t>需求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从人的角度出发，人是不是被需要的人是需要</a:t>
            </a:r>
            <a:r>
              <a:rPr lang="zh-CN" altLang="en-US"/>
              <a:t>的。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机器人取代人？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并非不可能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WVlYTVhZGEyYjU2YTQ2M2QyMGYxMjFjMjgwNmM1NTg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WPS 演示</Application>
  <PresentationFormat/>
  <Paragraphs>52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Arial Unicode MS</vt:lpstr>
      <vt:lpstr>Calibri</vt:lpstr>
      <vt:lpstr>等线 Light</vt:lpstr>
      <vt:lpstr>华文仿宋</vt:lpstr>
      <vt:lpstr>华文细黑</vt:lpstr>
      <vt:lpstr>华文行楷</vt:lpstr>
      <vt:lpstr>幼圆</vt:lpstr>
      <vt:lpstr>方正舒体</vt:lpstr>
      <vt:lpstr>方正姚体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机器人的过去现在与我们的未来</dc:title>
  <dc:creator>4 1</dc:creator>
  <cp:lastModifiedBy>宇&amp;轩</cp:lastModifiedBy>
  <cp:revision>1</cp:revision>
  <dcterms:created xsi:type="dcterms:W3CDTF">2024-05-27T15:24:54Z</dcterms:created>
  <dcterms:modified xsi:type="dcterms:W3CDTF">2024-05-27T15:24:54Z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91AE13A475284C40B1E4DC039A42F7B4_12</vt:lpwstr>
  </property>
</Properties>
</file>