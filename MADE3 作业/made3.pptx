
<file path=[Content_Types].xml><?xml version="1.0" encoding="utf-8"?>
<Types xmlns="http://schemas.openxmlformats.org/package/2006/content-types">
  <Default Extension="jpeg" ContentType="image/jpeg"/>
  <Default Extension="jpg" ContentType="image/pn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heme/theme3.xml" ContentType="application/vnd.openxmlformats-officedocument.theme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1.xml" ContentType="application/vnd.openxmlformats-officedocument.presentationml.notesSlid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notesSlides/notesSlide2.xml" ContentType="application/vnd.openxmlformats-officedocument.presentationml.notesSlide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1"/>
  </p:notesMasterIdLst>
  <p:sldIdLst>
    <p:sldId id="256" r:id="rId3"/>
    <p:sldId id="257" r:id="rId4"/>
    <p:sldId id="259" r:id="rId5"/>
    <p:sldId id="265" r:id="rId6"/>
    <p:sldId id="261" r:id="rId7"/>
    <p:sldId id="262" r:id="rId8"/>
    <p:sldId id="264" r:id="rId9"/>
    <p:sldId id="260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20" y="17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9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9" Type="http://schemas.openxmlformats.org/officeDocument/2006/relationships/image" Target="../media/image2.jpe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image" Target="../media/image3.jpe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38.xml"/><Relationship Id="rId7" Type="http://schemas.openxmlformats.org/officeDocument/2006/relationships/tags" Target="../tags/tag42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3" Type="http://schemas.openxmlformats.org/officeDocument/2006/relationships/tags" Target="../tags/tag45.xml"/><Relationship Id="rId7" Type="http://schemas.openxmlformats.org/officeDocument/2006/relationships/tags" Target="../tags/tag49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46.xml"/><Relationship Id="rId9" Type="http://schemas.openxmlformats.org/officeDocument/2006/relationships/tags" Target="../tags/tag5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56.xml"/><Relationship Id="rId4" Type="http://schemas.openxmlformats.org/officeDocument/2006/relationships/tags" Target="../tags/tag55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60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65.xml"/><Relationship Id="rId4" Type="http://schemas.openxmlformats.org/officeDocument/2006/relationships/tags" Target="../tags/tag64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74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0" y="0"/>
            <a:ext cx="12189460" cy="6858000"/>
          </a:xfrm>
          <a:custGeom>
            <a:avLst/>
            <a:gdLst>
              <a:gd name="connsiteX0" fmla="*/ 0 w 12189730"/>
              <a:gd name="connsiteY0" fmla="*/ 0 h 6858000"/>
              <a:gd name="connsiteX1" fmla="*/ 12189730 w 12189730"/>
              <a:gd name="connsiteY1" fmla="*/ 0 h 6858000"/>
              <a:gd name="connsiteX2" fmla="*/ 12189730 w 12189730"/>
              <a:gd name="connsiteY2" fmla="*/ 6858000 h 6858000"/>
              <a:gd name="connsiteX3" fmla="*/ 0 w 1218973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9730" h="6858000">
                <a:moveTo>
                  <a:pt x="0" y="0"/>
                </a:moveTo>
                <a:lnTo>
                  <a:pt x="12189730" y="0"/>
                </a:lnTo>
                <a:lnTo>
                  <a:pt x="1218973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2"/>
            </p:custDataLst>
          </p:nvPr>
        </p:nvSpPr>
        <p:spPr>
          <a:xfrm>
            <a:off x="1302385" y="4168775"/>
            <a:ext cx="1503045" cy="369570"/>
          </a:xfrm>
          <a:prstGeom prst="roundRect">
            <a:avLst>
              <a:gd name="adj" fmla="val 19759"/>
            </a:avLst>
          </a:prstGeom>
          <a:gradFill>
            <a:gsLst>
              <a:gs pos="0">
                <a:schemeClr val="accent6"/>
              </a:gs>
              <a:gs pos="99000">
                <a:schemeClr val="accent1"/>
              </a:gs>
            </a:gsLst>
            <a:lin ang="2700000" scaled="0"/>
          </a:gradFill>
        </p:spPr>
        <p:txBody>
          <a:bodyPr wrap="square" lIns="91440" tIns="45720" rIns="91440" bIns="4572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 kumimoji="0" lang="zh-CN" altLang="en-US" sz="1200" b="0" i="0" u="none" strike="noStrike" kern="1200" cap="none" spc="0" normalizeH="0" baseline="0" noProof="1" dirty="0">
                <a:solidFill>
                  <a:schemeClr val="lt1">
                    <a:lumMod val="100000"/>
                  </a:schemeClr>
                </a:solidFill>
                <a:latin typeface="+mn-lt"/>
                <a:ea typeface="+mn-lt"/>
                <a:cs typeface="MiSans" panose="00000500000000000000" pitchFamily="2" charset="-122"/>
                <a:sym typeface="+mn-ea"/>
              </a:defRPr>
            </a:lvl1pPr>
          </a:lstStyle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8" name="副标题"/>
          <p:cNvSpPr txBox="1">
            <a:spLocks noGrp="1"/>
          </p:cNvSpPr>
          <p:nvPr>
            <p:ph type="body" idx="2" hasCustomPrompt="1"/>
            <p:custDataLst>
              <p:tags r:id="rId3"/>
            </p:custDataLst>
          </p:nvPr>
        </p:nvSpPr>
        <p:spPr>
          <a:xfrm>
            <a:off x="1188085" y="3399155"/>
            <a:ext cx="5519420" cy="456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800" b="0" i="0" u="none" strike="noStrike" kern="1200" cap="none" spc="0" normalizeH="0" baseline="0" noProof="1" dirty="0">
                <a:solidFill>
                  <a:schemeClr val="lt1"/>
                </a:solidFill>
                <a:latin typeface="+mn-ea"/>
                <a:ea typeface="+mn-ea"/>
                <a:cs typeface="MiSans" panose="00000500000000000000" pitchFamily="2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单击此处编辑母版副标题样式</a:t>
            </a: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1187450" y="1575435"/>
            <a:ext cx="5520055" cy="167640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400" b="0" i="0" u="none" strike="noStrike" kern="1200" cap="none" spc="0" normalizeH="0" baseline="0" noProof="1" dirty="0">
                <a:solidFill>
                  <a:schemeClr val="lt1"/>
                </a:solidFill>
                <a:latin typeface="+mj-lt"/>
                <a:ea typeface="+mj-lt"/>
                <a:cs typeface="MiSans" panose="00000500000000000000" pitchFamily="2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1"/>
            </p:custDataLst>
          </p:nvPr>
        </p:nvSpPr>
        <p:spPr>
          <a:xfrm>
            <a:off x="-3000" y="0"/>
            <a:ext cx="12192000" cy="6858000"/>
          </a:xfrm>
          <a:prstGeom prst="rect">
            <a:avLst/>
          </a:prstGeom>
          <a:gradFill>
            <a:gsLst>
              <a:gs pos="0">
                <a:schemeClr val="bg2"/>
              </a:gs>
              <a:gs pos="90000">
                <a:schemeClr val="bg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idx="2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ea typeface="+mn-lt"/>
                <a:cs typeface="MiSans" panose="00000500000000000000" pitchFamily="2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zh-CN" altLang="en-US" dirty="0">
                <a:sym typeface="+mn-ea"/>
              </a:rPr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第三级</a:t>
            </a:r>
          </a:p>
          <a:p>
            <a:pPr lvl="3"/>
            <a:r>
              <a:rPr lang="zh-CN" altLang="en-US" dirty="0">
                <a:sym typeface="+mn-ea"/>
              </a:rPr>
              <a:t>第四级</a:t>
            </a:r>
          </a:p>
          <a:p>
            <a:pPr lvl="4"/>
            <a:r>
              <a:rPr lang="zh-CN" altLang="en-US" dirty="0">
                <a:sym typeface="+mn-ea"/>
              </a:rPr>
              <a:t>第五级</a:t>
            </a:r>
          </a:p>
        </p:txBody>
      </p:sp>
      <p:sp>
        <p:nvSpPr>
          <p:cNvPr id="7" name="标题"/>
          <p:cNvSpPr txBox="1">
            <a:spLocks noGrp="1"/>
          </p:cNvSpPr>
          <p:nvPr>
            <p:ph type="title" idx="1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latin typeface="+mj-lt"/>
                <a:ea typeface="+mj-lt"/>
                <a:cs typeface="MiSans" panose="00000500000000000000" pitchFamily="2" charset="-122"/>
              </a:defRPr>
            </a:lvl1pPr>
          </a:lstStyle>
          <a:p>
            <a:pPr lvl="0" algn="ctr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未标题-1_画板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0" y="635"/>
            <a:ext cx="12192000" cy="6856095"/>
          </a:xfrm>
          <a:prstGeom prst="rect">
            <a:avLst/>
          </a:prstGeom>
        </p:spPr>
      </p:pic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938529" y="1982470"/>
            <a:ext cx="1607820" cy="0"/>
          </a:xfrm>
          <a:prstGeom prst="line">
            <a:avLst/>
          </a:prstGeom>
          <a:ln w="25400" cap="rnd">
            <a:gradFill>
              <a:gsLst>
                <a:gs pos="0">
                  <a:schemeClr val="accent6"/>
                </a:gs>
                <a:gs pos="100000">
                  <a:schemeClr val="tx1">
                    <a:alpha val="0"/>
                  </a:schemeClr>
                </a:gs>
                <a:gs pos="56000">
                  <a:schemeClr val="accent4"/>
                </a:gs>
              </a:gsLst>
              <a:lin ang="0" scaled="1"/>
            </a:gra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3"/>
            </p:custDataLst>
          </p:nvPr>
        </p:nvSpPr>
        <p:spPr>
          <a:xfrm>
            <a:off x="861695" y="2116455"/>
            <a:ext cx="2269490" cy="5022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defPPr>
              <a:defRPr lang="zh-CN"/>
            </a:defPPr>
            <a:lvl1pPr marL="0" marR="0" lvl="0" algn="l" defTabSz="914400" rtl="0" eaLnBrk="1" fontAlgn="auto" latinLnBrk="0" hangingPunct="1">
              <a:lnSpc>
                <a:spcPct val="90000"/>
              </a:lnSpc>
              <a:buClrTx/>
              <a:buSzTx/>
              <a:buFontTx/>
              <a:buNone/>
              <a:def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effectLst/>
                <a:latin typeface="+mn-lt"/>
                <a:ea typeface="+mn-lt"/>
                <a:cs typeface="MiSans" panose="00000500000000000000" pitchFamily="2" charset="-122"/>
                <a:sym typeface="+mn-ea"/>
              </a:defRPr>
            </a:lvl1pPr>
          </a:lstStyle>
          <a:p>
            <a:pPr lvl="0" algn="l">
              <a:lnSpc>
                <a:spcPct val="90000"/>
              </a:lnSpc>
              <a:buClrTx/>
              <a:buSzTx/>
              <a:buFontTx/>
            </a:pPr>
            <a:r>
              <a:rPr>
                <a:sym typeface="+mn-ea"/>
              </a:rPr>
              <a:t>单击编辑副标题</a:t>
            </a: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861694" y="833120"/>
            <a:ext cx="2269490" cy="123063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zh-CN" altLang="en-US" sz="6400" b="0" i="0" u="none" strike="noStrike" kern="1200" cap="none" spc="0" normalizeH="0" baseline="0" noProof="1" dirty="0">
                <a:solidFill>
                  <a:schemeClr val="tx1"/>
                </a:solidFill>
                <a:effectLst/>
                <a:latin typeface="+mj-lt"/>
                <a:ea typeface="+mj-lt"/>
                <a:cs typeface="MiSans" panose="00000500000000000000" pitchFamily="2" charset="-122"/>
                <a:sym typeface="+mn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dirty="0">
                <a:sym typeface="+mn-ea"/>
              </a:rPr>
              <a:t>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2025/1/9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2_画板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 flipH="1">
            <a:off x="0" y="635"/>
            <a:ext cx="12192000" cy="6856095"/>
          </a:xfrm>
          <a:prstGeom prst="rect">
            <a:avLst/>
          </a:prstGeom>
        </p:spPr>
      </p:pic>
      <p:cxnSp>
        <p:nvCxnSpPr>
          <p:cNvPr id="18" name="直接连接符 17"/>
          <p:cNvCxnSpPr/>
          <p:nvPr>
            <p:custDataLst>
              <p:tags r:id="rId2"/>
            </p:custDataLst>
          </p:nvPr>
        </p:nvCxnSpPr>
        <p:spPr>
          <a:xfrm flipH="1">
            <a:off x="6700520" y="4715510"/>
            <a:ext cx="4398645" cy="0"/>
          </a:xfrm>
          <a:prstGeom prst="line">
            <a:avLst/>
          </a:prstGeom>
          <a:ln w="25400" cap="rnd">
            <a:gradFill>
              <a:gsLst>
                <a:gs pos="0">
                  <a:schemeClr val="accent6"/>
                </a:gs>
                <a:gs pos="100000">
                  <a:schemeClr val="tx1">
                    <a:alpha val="0"/>
                  </a:schemeClr>
                </a:gs>
                <a:gs pos="56000">
                  <a:schemeClr val="accent4"/>
                </a:gs>
              </a:gsLst>
              <a:lin ang="0" scaled="1"/>
            </a:gra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3"/>
            </p:custDataLst>
          </p:nvPr>
        </p:nvSpPr>
        <p:spPr>
          <a:xfrm>
            <a:off x="8733790" y="1106170"/>
            <a:ext cx="2516505" cy="1697355"/>
          </a:xfrm>
          <a:prstGeom prst="rect">
            <a:avLst/>
          </a:prstGeom>
          <a:noFill/>
        </p:spPr>
        <p:txBody>
          <a:bodyPr wrap="square" lIns="90170" tIns="46990" rIns="90170" bIns="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en-US" altLang="zh-CN" sz="9600" b="0" i="0" u="none" strike="noStrike" kern="1200" cap="none" spc="0" normalizeH="0" baseline="0" noProof="1" dirty="0">
                <a:ln w="15875">
                  <a:noFill/>
                </a:ln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alpha val="65000"/>
                      </a:schemeClr>
                    </a:gs>
                  </a:gsLst>
                  <a:lin ang="5400000" scaled="0"/>
                </a:gradFill>
                <a:latin typeface="+mj-lt"/>
                <a:ea typeface="+mj-lt"/>
                <a:cs typeface="MiSans" panose="00000500000000000000" pitchFamily="2" charset="-122"/>
                <a:sym typeface="+mn-ea"/>
              </a:defRPr>
            </a:lvl1pPr>
          </a:lstStyle>
          <a:p>
            <a:pPr lvl="0" algn="r">
              <a:lnSpc>
                <a:spcPct val="110000"/>
              </a:lnSpc>
              <a:buClrTx/>
              <a:buSzTx/>
              <a:buFontTx/>
            </a:pPr>
            <a:r>
              <a:rPr dirty="0" err="1">
                <a:sym typeface="+mn-ea"/>
              </a:rPr>
              <a:t>编号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2851150" y="2803525"/>
            <a:ext cx="8403590" cy="1911985"/>
          </a:xfrm>
          <a:prstGeom prst="rect">
            <a:avLst/>
          </a:prstGeom>
          <a:noFill/>
        </p:spPr>
        <p:txBody>
          <a:bodyPr vert="horz" wrap="square" lIns="90170" tIns="0" rIns="91440" bIns="45720" rtlCol="0" anchor="ctr" anchorCtr="0">
            <a:normAutofit/>
          </a:bodyPr>
          <a:lstStyle>
            <a:defPPr>
              <a:defRPr lang="zh-CN"/>
            </a:defPPr>
            <a:lvl1pPr marL="0" marR="0" lvl="0" algn="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ea typeface="+mj-lt"/>
                <a:cs typeface="MiSans" panose="00000500000000000000" pitchFamily="2" charset="-122"/>
                <a:sym typeface="+mn-ea"/>
              </a:defRPr>
            </a:lvl1pPr>
          </a:lstStyle>
          <a:p>
            <a:pPr lvl="0" algn="r">
              <a:lnSpc>
                <a:spcPct val="120000"/>
              </a:lnSpc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1"/>
            </p:custDataLst>
          </p:nvPr>
        </p:nvSpPr>
        <p:spPr>
          <a:xfrm>
            <a:off x="-3000" y="0"/>
            <a:ext cx="12192000" cy="6858000"/>
          </a:xfrm>
          <a:prstGeom prst="rect">
            <a:avLst/>
          </a:prstGeom>
          <a:gradFill>
            <a:gsLst>
              <a:gs pos="0">
                <a:schemeClr val="bg2"/>
              </a:gs>
              <a:gs pos="90000">
                <a:schemeClr val="bg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正文"/>
          <p:cNvSpPr txBox="1">
            <a:spLocks noGrp="1"/>
          </p:cNvSpPr>
          <p:nvPr>
            <p:ph idx="3"/>
            <p:custDataLst>
              <p:tags r:id="rId2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ea"/>
                <a:ea typeface="+mn-ea"/>
                <a:cs typeface="MiSans" panose="00000500000000000000" pitchFamily="2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9" name="正文"/>
          <p:cNvSpPr txBox="1">
            <a:spLocks noGrp="1"/>
          </p:cNvSpPr>
          <p:nvPr>
            <p:ph idx="2"/>
            <p:custDataLst>
              <p:tags r:id="rId3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ea"/>
                <a:ea typeface="+mn-ea"/>
                <a:cs typeface="MiSans" panose="00000500000000000000" pitchFamily="2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 algn="ctr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2025/1/9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1"/>
            </p:custDataLst>
          </p:nvPr>
        </p:nvSpPr>
        <p:spPr>
          <a:xfrm>
            <a:off x="-3000" y="0"/>
            <a:ext cx="12192000" cy="6858000"/>
          </a:xfrm>
          <a:prstGeom prst="rect">
            <a:avLst/>
          </a:prstGeom>
          <a:gradFill>
            <a:gsLst>
              <a:gs pos="0">
                <a:schemeClr val="bg2"/>
              </a:gs>
              <a:gs pos="90000">
                <a:schemeClr val="bg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正文"/>
          <p:cNvSpPr txBox="1">
            <a:spLocks noGrp="1"/>
          </p:cNvSpPr>
          <p:nvPr>
            <p:ph idx="5"/>
            <p:custDataLst>
              <p:tags r:id="rId2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ea"/>
                <a:ea typeface="+mn-ea"/>
                <a:cs typeface="MiSans" panose="00000500000000000000" pitchFamily="2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13" name="标题"/>
          <p:cNvSpPr txBox="1">
            <a:spLocks noGrp="1"/>
          </p:cNvSpPr>
          <p:nvPr>
            <p:ph type="title" idx="4"/>
            <p:custDataLst>
              <p:tags r:id="rId3"/>
            </p:custDataLst>
          </p:nvPr>
        </p:nvSpPr>
        <p:spPr>
          <a:xfrm>
            <a:off x="6235200" y="1429200"/>
            <a:ext cx="5342400" cy="3987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ea typeface="+mj-lt"/>
                <a:cs typeface="MiSans" panose="00000500000000000000" pitchFamily="2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12" name="正文"/>
          <p:cNvSpPr txBox="1">
            <a:spLocks noGrp="1"/>
          </p:cNvSpPr>
          <p:nvPr>
            <p:ph idx="3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ea"/>
                <a:ea typeface="+mn-ea"/>
                <a:cs typeface="MiSans" panose="00000500000000000000" pitchFamily="2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11" name="标题"/>
          <p:cNvSpPr txBox="1">
            <a:spLocks noGrp="1"/>
          </p:cNvSpPr>
          <p:nvPr>
            <p:ph type="title" idx="2"/>
            <p:custDataLst>
              <p:tags r:id="rId5"/>
            </p:custDataLst>
          </p:nvPr>
        </p:nvSpPr>
        <p:spPr>
          <a:xfrm>
            <a:off x="608400" y="1429200"/>
            <a:ext cx="5342400" cy="3987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ea typeface="+mj-lt"/>
                <a:cs typeface="MiSans" panose="00000500000000000000" pitchFamily="2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10" name="标题"/>
          <p:cNvSpPr txBox="1">
            <a:spLocks noGrp="1"/>
          </p:cNvSpPr>
          <p:nvPr>
            <p:ph type="title" idx="1"/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 algn="ctr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2025/1/9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1"/>
            </p:custDataLst>
          </p:nvPr>
        </p:nvSpPr>
        <p:spPr>
          <a:xfrm>
            <a:off x="-3000" y="0"/>
            <a:ext cx="12192000" cy="6858000"/>
          </a:xfrm>
          <a:prstGeom prst="rect">
            <a:avLst/>
          </a:prstGeom>
          <a:gradFill>
            <a:gsLst>
              <a:gs pos="0">
                <a:schemeClr val="bg2"/>
              </a:gs>
              <a:gs pos="90000">
                <a:schemeClr val="bg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 algn="ctr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2025/1/9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1"/>
            </p:custDataLst>
          </p:nvPr>
        </p:nvSpPr>
        <p:spPr>
          <a:xfrm>
            <a:off x="-3000" y="0"/>
            <a:ext cx="12192000" cy="6858000"/>
          </a:xfrm>
          <a:prstGeom prst="rect">
            <a:avLst/>
          </a:prstGeom>
          <a:gradFill>
            <a:gsLst>
              <a:gs pos="0">
                <a:schemeClr val="bg2"/>
              </a:gs>
              <a:gs pos="90000">
                <a:schemeClr val="bg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1"/>
            </p:custDataLst>
          </p:nvPr>
        </p:nvSpPr>
        <p:spPr>
          <a:xfrm>
            <a:off x="-3000" y="0"/>
            <a:ext cx="12192000" cy="6858000"/>
          </a:xfrm>
          <a:prstGeom prst="rect">
            <a:avLst/>
          </a:prstGeom>
          <a:gradFill>
            <a:gsLst>
              <a:gs pos="0">
                <a:schemeClr val="bg2"/>
              </a:gs>
              <a:gs pos="90000">
                <a:schemeClr val="bg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7" name="正文"/>
          <p:cNvSpPr txBox="1"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608330"/>
            <a:ext cx="10968990" cy="56483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ea"/>
                <a:ea typeface="+mn-ea"/>
                <a:cs typeface="MiSans" panose="00000500000000000000" pitchFamily="2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1"/>
            </p:custDataLst>
          </p:nvPr>
        </p:nvSpPr>
        <p:spPr>
          <a:xfrm>
            <a:off x="-3000" y="0"/>
            <a:ext cx="12192000" cy="6858000"/>
          </a:xfrm>
          <a:prstGeom prst="rect">
            <a:avLst/>
          </a:prstGeom>
          <a:gradFill>
            <a:gsLst>
              <a:gs pos="0">
                <a:schemeClr val="bg2"/>
              </a:gs>
              <a:gs pos="90000">
                <a:schemeClr val="bg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2"/>
            </p:custDataLst>
          </p:nvPr>
        </p:nvSpPr>
        <p:spPr>
          <a:xfrm>
            <a:off x="608400" y="1324800"/>
            <a:ext cx="10969200" cy="3987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300" normalizeH="0" baseline="0" noProof="1" dirty="0">
                <a:solidFill>
                  <a:schemeClr val="tx1"/>
                </a:solidFill>
                <a:latin typeface="+mn-lt"/>
                <a:ea typeface="+mn-lt"/>
                <a:cs typeface="MiSans" panose="00000500000000000000" pitchFamily="2" charset="-122"/>
              </a:defRPr>
            </a:lvl1pPr>
          </a:lstStyle>
          <a:p>
            <a:pPr lvl="0" algn="ctr"/>
            <a:r>
              <a:rPr>
                <a:sym typeface="+mn-ea"/>
              </a:rPr>
              <a:t>单击此处编辑母版副标题样式</a:t>
            </a: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 algn="ctr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2025/1/9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rcRect/>
          <a:stretch>
            <a:fillRect/>
          </a:stretch>
        </p:blipFill>
        <p:spPr>
          <a:xfrm>
            <a:off x="0" y="0"/>
            <a:ext cx="12189460" cy="6858000"/>
          </a:xfrm>
          <a:custGeom>
            <a:avLst/>
            <a:gdLst>
              <a:gd name="connsiteX0" fmla="*/ 0 w 12189730"/>
              <a:gd name="connsiteY0" fmla="*/ 0 h 6858000"/>
              <a:gd name="connsiteX1" fmla="*/ 12189730 w 12189730"/>
              <a:gd name="connsiteY1" fmla="*/ 0 h 6858000"/>
              <a:gd name="connsiteX2" fmla="*/ 12189730 w 12189730"/>
              <a:gd name="connsiteY2" fmla="*/ 6858000 h 6858000"/>
              <a:gd name="connsiteX3" fmla="*/ 0 w 1218973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9730" h="6858000">
                <a:moveTo>
                  <a:pt x="0" y="0"/>
                </a:moveTo>
                <a:lnTo>
                  <a:pt x="12189730" y="0"/>
                </a:lnTo>
                <a:lnTo>
                  <a:pt x="1218973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署名"/>
          <p:cNvSpPr txBox="1">
            <a:spLocks noGrp="1"/>
          </p:cNvSpPr>
          <p:nvPr>
            <p:ph type="body" idx="2" hasCustomPrompt="1"/>
            <p:custDataLst>
              <p:tags r:id="rId2"/>
            </p:custDataLst>
          </p:nvPr>
        </p:nvSpPr>
        <p:spPr>
          <a:xfrm>
            <a:off x="1287145" y="4157345"/>
            <a:ext cx="1517650" cy="369570"/>
          </a:xfrm>
          <a:prstGeom prst="roundRect">
            <a:avLst/>
          </a:prstGeom>
          <a:gradFill>
            <a:gsLst>
              <a:gs pos="0">
                <a:schemeClr val="accent6"/>
              </a:gs>
              <a:gs pos="99000">
                <a:schemeClr val="accent1"/>
              </a:gs>
            </a:gsLst>
            <a:lin ang="2700000" scaled="0"/>
          </a:gradFill>
        </p:spPr>
        <p:txBody>
          <a:bodyPr wrap="square" lIns="91440" tIns="45720" rIns="91440" bIns="4572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  <a:defRPr kumimoji="0" lang="zh-CN" altLang="en-US" sz="1200" b="0" i="0" u="none" strike="noStrike" kern="1200" cap="none" spc="0" normalizeH="0" baseline="0" noProof="1" dirty="0">
                <a:solidFill>
                  <a:schemeClr val="lt1">
                    <a:lumMod val="100000"/>
                  </a:schemeClr>
                </a:solidFill>
                <a:latin typeface="+mn-lt"/>
                <a:ea typeface="+mn-lt"/>
                <a:cs typeface="MiSans" panose="00000500000000000000" pitchFamily="2" charset="-122"/>
                <a:sym typeface="+mn-ea"/>
              </a:defRPr>
            </a:lvl1pPr>
          </a:lstStyle>
          <a:p>
            <a:pPr lvl="0" algn="ctr">
              <a:lnSpc>
                <a:spcPct val="130000"/>
              </a:lnSpc>
              <a:buClrTx/>
              <a:buSzTx/>
              <a:buFontTx/>
            </a:pPr>
            <a:r>
              <a:rPr dirty="0">
                <a:sym typeface="+mn-ea"/>
              </a:rPr>
              <a:t>单击此处编辑文本</a:t>
            </a: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3"/>
            </p:custDataLst>
          </p:nvPr>
        </p:nvSpPr>
        <p:spPr>
          <a:xfrm>
            <a:off x="1194435" y="1905998"/>
            <a:ext cx="5520055" cy="1756228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 dirty="0">
                <a:solidFill>
                  <a:schemeClr val="lt1"/>
                </a:solidFill>
                <a:latin typeface="+mj-lt"/>
                <a:ea typeface="+mj-lt"/>
                <a:cs typeface="MiSans" panose="00000500000000000000" pitchFamily="2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单击编辑标题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13.xml"/><Relationship Id="rId16" Type="http://schemas.openxmlformats.org/officeDocument/2006/relationships/tags" Target="../tags/tag4.xml"/><Relationship Id="rId20" Type="http://schemas.openxmlformats.org/officeDocument/2006/relationships/tags" Target="../tags/tag8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21.xml"/><Relationship Id="rId19" Type="http://schemas.openxmlformats.org/officeDocument/2006/relationships/tags" Target="../tags/tag7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2"/>
              </a:gs>
              <a:gs pos="90000">
                <a:schemeClr val="bg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2025/1/9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365760" y="365125"/>
            <a:ext cx="10988040" cy="77946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 algn="ctr">
              <a:buClrTx/>
              <a:buSzTx/>
              <a:buFontTx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  <p:custDataLst>
              <p:tags r:id="rId19"/>
            </p:custDataLst>
          </p:nvPr>
        </p:nvSpPr>
        <p:spPr>
          <a:xfrm>
            <a:off x="365760" y="1253330"/>
            <a:ext cx="10988040" cy="4834269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Tx/>
            </a:pPr>
            <a:r>
              <a:rPr lang="zh-CN" altLang="en-US" dirty="0"/>
              <a:t>单击此处编辑母版文本样式</a:t>
            </a:r>
          </a:p>
          <a:p>
            <a:pPr marR="0" lvl="1">
              <a:tabLst>
                <a:tab pos="1609725" algn="l"/>
              </a:tabLst>
            </a:pPr>
            <a:r>
              <a:rPr lang="zh-CN" altLang="en-US" dirty="0"/>
              <a:t>二级</a:t>
            </a:r>
          </a:p>
          <a:p>
            <a:pPr marR="0" lvl="2"/>
            <a:r>
              <a:rPr lang="zh-CN" altLang="en-US" dirty="0"/>
              <a:t>三级</a:t>
            </a:r>
          </a:p>
          <a:p>
            <a:pPr marR="0" lvl="3"/>
            <a:r>
              <a:rPr lang="zh-CN" altLang="en-US" dirty="0"/>
              <a:t>四级</a:t>
            </a:r>
          </a:p>
          <a:p>
            <a:pPr marR="0" lvl="4"/>
            <a:r>
              <a:rPr lang="zh-CN" altLang="en-US" dirty="0"/>
              <a:t>五级</a:t>
            </a:r>
          </a:p>
        </p:txBody>
      </p:sp>
      <p:sp>
        <p:nvSpPr>
          <p:cNvPr id="5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3"/>
    </p:custData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600" b="0" i="0" u="none" strike="noStrike" kern="1200" cap="none" spc="300" normalizeH="0" baseline="0" dirty="0" smtClean="0">
          <a:ln>
            <a:noFill/>
            <a:prstDash val="sysDot"/>
          </a:ln>
          <a:solidFill>
            <a:schemeClr val="tx1"/>
          </a:solidFill>
          <a:uFillTx/>
          <a:latin typeface="+mj-ea"/>
          <a:ea typeface="+mj-ea"/>
          <a:cs typeface="MiSans" panose="00000500000000000000" pitchFamily="2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zh-CN" altLang="en-US" sz="1800" b="0" i="0" u="none" strike="noStrike" kern="1200" cap="none" spc="150" normalizeH="0" baseline="0" dirty="0">
          <a:ln>
            <a:noFill/>
            <a:prstDash val="sysDot"/>
          </a:ln>
          <a:solidFill>
            <a:schemeClr val="tx1"/>
          </a:solidFill>
          <a:uFillTx/>
          <a:latin typeface="+mn-lt"/>
          <a:ea typeface="+mn-lt"/>
          <a:cs typeface="MiSans" panose="00000500000000000000" pitchFamily="2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zh-CN" altLang="en-US" sz="1600" b="0" i="0" u="none" strike="noStrike" kern="1200" cap="none" spc="150" normalizeH="0" baseline="0" dirty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MiSans" panose="00000500000000000000" pitchFamily="2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zh-CN" altLang="en-US" sz="1600" b="0" i="0" u="none" strike="noStrike" kern="1200" cap="none" spc="150" normalizeH="0" baseline="0" dirty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MiSans" panose="00000500000000000000" pitchFamily="2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zh-CN" altLang="en-US" sz="1400" b="0" i="0" u="none" strike="noStrike" kern="1200" cap="none" spc="150" normalizeH="0" baseline="0" dirty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MiSans" panose="00000500000000000000" pitchFamily="2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 dirty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MiSans" panose="00000500000000000000" pitchFamily="2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8.xml"/><Relationship Id="rId13" Type="http://schemas.openxmlformats.org/officeDocument/2006/relationships/tags" Target="../tags/tag93.xml"/><Relationship Id="rId3" Type="http://schemas.openxmlformats.org/officeDocument/2006/relationships/tags" Target="../tags/tag83.xml"/><Relationship Id="rId7" Type="http://schemas.openxmlformats.org/officeDocument/2006/relationships/tags" Target="../tags/tag87.xml"/><Relationship Id="rId12" Type="http://schemas.openxmlformats.org/officeDocument/2006/relationships/tags" Target="../tags/tag92.xml"/><Relationship Id="rId17" Type="http://schemas.openxmlformats.org/officeDocument/2006/relationships/notesSlide" Target="../notesSlides/notesSlide2.xml"/><Relationship Id="rId2" Type="http://schemas.openxmlformats.org/officeDocument/2006/relationships/tags" Target="../tags/tag82.xml"/><Relationship Id="rId16" Type="http://schemas.openxmlformats.org/officeDocument/2006/relationships/slideLayout" Target="../slideLayouts/slideLayout14.xml"/><Relationship Id="rId1" Type="http://schemas.openxmlformats.org/officeDocument/2006/relationships/tags" Target="../tags/tag81.xml"/><Relationship Id="rId6" Type="http://schemas.openxmlformats.org/officeDocument/2006/relationships/tags" Target="../tags/tag86.xml"/><Relationship Id="rId11" Type="http://schemas.openxmlformats.org/officeDocument/2006/relationships/tags" Target="../tags/tag91.xml"/><Relationship Id="rId5" Type="http://schemas.openxmlformats.org/officeDocument/2006/relationships/tags" Target="../tags/tag85.xml"/><Relationship Id="rId15" Type="http://schemas.openxmlformats.org/officeDocument/2006/relationships/tags" Target="../tags/tag95.xml"/><Relationship Id="rId10" Type="http://schemas.openxmlformats.org/officeDocument/2006/relationships/tags" Target="../tags/tag90.xml"/><Relationship Id="rId4" Type="http://schemas.openxmlformats.org/officeDocument/2006/relationships/tags" Target="../tags/tag84.xml"/><Relationship Id="rId9" Type="http://schemas.openxmlformats.org/officeDocument/2006/relationships/tags" Target="../tags/tag89.xml"/><Relationship Id="rId14" Type="http://schemas.openxmlformats.org/officeDocument/2006/relationships/tags" Target="../tags/tag9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9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0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7" Type="http://schemas.openxmlformats.org/officeDocument/2006/relationships/image" Target="../media/image8.jpg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4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video" Target="../media/media1.mp4"/><Relationship Id="rId2" Type="http://schemas.microsoft.com/office/2007/relationships/media" Target="../media/media1.mp4"/><Relationship Id="rId1" Type="http://schemas.openxmlformats.org/officeDocument/2006/relationships/tags" Target="../tags/tag106.xml"/><Relationship Id="rId5" Type="http://schemas.openxmlformats.org/officeDocument/2006/relationships/image" Target="../media/image11.png"/><Relationship Id="rId4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tags" Target="../tags/tag108.xml"/><Relationship Id="rId1" Type="http://schemas.openxmlformats.org/officeDocument/2006/relationships/tags" Target="../tags/tag10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WPS,a click to unlimited possibilities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>
          <a:xfrm>
            <a:off x="973455" y="953770"/>
            <a:ext cx="4104005" cy="2298065"/>
          </a:xfrm>
        </p:spPr>
        <p:txBody>
          <a:bodyPr>
            <a:noAutofit/>
          </a:bodyPr>
          <a:lstStyle/>
          <a:p>
            <a:r>
              <a:rPr lang="en-US" altLang="zh-CN" sz="6600"/>
              <a:t>MADE3</a:t>
            </a:r>
            <a:r>
              <a:rPr sz="6600"/>
              <a:t>机械忍者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659120" y="1332230"/>
            <a:ext cx="32137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>
                <a:sym typeface="+mn-ea"/>
              </a:rPr>
              <a:t>陈煜暄</a:t>
            </a:r>
            <a:r>
              <a:rPr lang="en-US" altLang="zh-CN" sz="3600">
                <a:sym typeface="+mn-ea"/>
              </a:rPr>
              <a:t>  </a:t>
            </a:r>
            <a:r>
              <a:rPr sz="3600">
                <a:sym typeface="+mn-ea"/>
              </a:rPr>
              <a:t>包高翔</a:t>
            </a:r>
            <a:endParaRPr sz="3600"/>
          </a:p>
          <a:p>
            <a:r>
              <a:rPr sz="3600">
                <a:sym typeface="+mn-ea"/>
              </a:rPr>
              <a:t>李欣悦</a:t>
            </a:r>
            <a:r>
              <a:rPr lang="en-US" altLang="zh-CN" sz="3600">
                <a:sym typeface="+mn-ea"/>
              </a:rPr>
              <a:t>  </a:t>
            </a:r>
            <a:r>
              <a:rPr sz="3600">
                <a:sym typeface="+mn-ea"/>
              </a:rPr>
              <a:t>刘雨乐</a:t>
            </a:r>
            <a:endParaRPr lang="zh-CN" altLang="en-US" sz="360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CONTENTS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cxnSp>
        <p:nvCxnSpPr>
          <p:cNvPr id="9" name="直接连接符 8"/>
          <p:cNvCxnSpPr/>
          <p:nvPr>
            <p:custDataLst>
              <p:tags r:id="rId4"/>
            </p:custDataLst>
          </p:nvPr>
        </p:nvCxnSpPr>
        <p:spPr>
          <a:xfrm flipV="1">
            <a:off x="4211955" y="2082165"/>
            <a:ext cx="0" cy="894715"/>
          </a:xfrm>
          <a:prstGeom prst="line">
            <a:avLst/>
          </a:prstGeom>
          <a:ln>
            <a:gradFill>
              <a:gsLst>
                <a:gs pos="100000">
                  <a:schemeClr val="tx1"/>
                </a:gs>
                <a:gs pos="0">
                  <a:schemeClr val="accent3">
                    <a:alpha val="0"/>
                  </a:schemeClr>
                </a:gs>
              </a:gsLst>
              <a:lin ang="5400000" scaled="1"/>
            </a:gra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序号"/>
          <p:cNvSpPr txBox="1"/>
          <p:nvPr>
            <p:custDataLst>
              <p:tags r:id="rId5"/>
            </p:custDataLst>
          </p:nvPr>
        </p:nvSpPr>
        <p:spPr>
          <a:xfrm>
            <a:off x="3533140" y="1939290"/>
            <a:ext cx="713105" cy="5143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2400">
                <a:gradFill flip="none" rotWithShape="1">
                  <a:gsLst>
                    <a:gs pos="0">
                      <a:schemeClr val="accent1"/>
                    </a:gs>
                    <a:gs pos="100000">
                      <a:srgbClr val="33CCFF"/>
                    </a:gs>
                  </a:gsLst>
                  <a:lin ang="2700000" scaled="1"/>
                  <a:tileRect/>
                </a:gradFill>
                <a:effectLst>
                  <a:outerShdw blurRad="139700" dist="38100" sx="102000" sy="102000" algn="ctr" rotWithShape="0">
                    <a:srgbClr val="33CCFF">
                      <a:alpha val="34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lang="en-US" altLang="zh-CN" dirty="0">
                <a:gradFill flip="none" rotWithShape="1">
                  <a:gsLst>
                    <a:gs pos="0">
                      <a:schemeClr val="accent6"/>
                    </a:gs>
                    <a:gs pos="100000">
                      <a:schemeClr val="accent3"/>
                    </a:gs>
                  </a:gsLst>
                  <a:lin ang="2700000" scaled="1"/>
                  <a:tileRect/>
                </a:gradFill>
                <a:effectLst/>
                <a:latin typeface="+mj-lt"/>
                <a:ea typeface="+mj-lt"/>
                <a:cs typeface="MiSans" panose="00000500000000000000" pitchFamily="2" charset="-122"/>
                <a:sym typeface="+mn-ea"/>
              </a:rPr>
              <a:t>01</a:t>
            </a:r>
          </a:p>
        </p:txBody>
      </p:sp>
      <p:sp>
        <p:nvSpPr>
          <p:cNvPr id="16" name="标题"/>
          <p:cNvSpPr txBox="1"/>
          <p:nvPr>
            <p:custDataLst>
              <p:tags r:id="rId6"/>
            </p:custDataLst>
          </p:nvPr>
        </p:nvSpPr>
        <p:spPr>
          <a:xfrm>
            <a:off x="4264025" y="1939289"/>
            <a:ext cx="3258820" cy="1230629"/>
          </a:xfrm>
          <a:prstGeom prst="rect">
            <a:avLst/>
          </a:prstGeom>
          <a:noFill/>
        </p:spPr>
        <p:txBody>
          <a:bodyPr vert="horz" wrap="square" lIns="91440" tIns="45720" rIns="91440" bIns="0" rtlCol="0" anchor="t" anchorCtr="0">
            <a:normAutofit/>
          </a:bodyPr>
          <a:lstStyle/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lang="zh-CN" altLang="en-US" sz="2400" dirty="0">
                <a:effectLst/>
                <a:latin typeface="+mj-lt"/>
                <a:ea typeface="+mj-lt"/>
                <a:cs typeface="MiSans" panose="00000500000000000000" pitchFamily="2" charset="-122"/>
                <a:sym typeface="+mn-ea"/>
              </a:rPr>
              <a:t>项目介绍和要求</a:t>
            </a:r>
          </a:p>
        </p:txBody>
      </p:sp>
      <p:cxnSp>
        <p:nvCxnSpPr>
          <p:cNvPr id="28" name="直接连接符 27"/>
          <p:cNvCxnSpPr/>
          <p:nvPr>
            <p:custDataLst>
              <p:tags r:id="rId7"/>
            </p:custDataLst>
          </p:nvPr>
        </p:nvCxnSpPr>
        <p:spPr>
          <a:xfrm flipV="1">
            <a:off x="8395335" y="2082165"/>
            <a:ext cx="0" cy="894715"/>
          </a:xfrm>
          <a:prstGeom prst="line">
            <a:avLst/>
          </a:prstGeom>
          <a:ln>
            <a:gradFill>
              <a:gsLst>
                <a:gs pos="100000">
                  <a:schemeClr val="tx1"/>
                </a:gs>
                <a:gs pos="0">
                  <a:schemeClr val="accent3">
                    <a:alpha val="0"/>
                  </a:schemeClr>
                </a:gs>
              </a:gsLst>
              <a:lin ang="5400000" scaled="1"/>
            </a:gra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序号"/>
          <p:cNvSpPr txBox="1"/>
          <p:nvPr>
            <p:custDataLst>
              <p:tags r:id="rId8"/>
            </p:custDataLst>
          </p:nvPr>
        </p:nvSpPr>
        <p:spPr>
          <a:xfrm>
            <a:off x="7716520" y="1939290"/>
            <a:ext cx="713105" cy="5143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2400">
                <a:gradFill flip="none" rotWithShape="1">
                  <a:gsLst>
                    <a:gs pos="0">
                      <a:schemeClr val="accent1"/>
                    </a:gs>
                    <a:gs pos="100000">
                      <a:srgbClr val="33CCFF"/>
                    </a:gs>
                  </a:gsLst>
                  <a:lin ang="2700000" scaled="1"/>
                  <a:tileRect/>
                </a:gradFill>
                <a:effectLst>
                  <a:outerShdw blurRad="139700" dist="38100" sx="102000" sy="102000" algn="ctr" rotWithShape="0">
                    <a:srgbClr val="33CCFF">
                      <a:alpha val="34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lang="en-US" altLang="zh-CN" dirty="0">
                <a:gradFill flip="none" rotWithShape="1">
                  <a:gsLst>
                    <a:gs pos="0">
                      <a:schemeClr val="accent6"/>
                    </a:gs>
                    <a:gs pos="100000">
                      <a:schemeClr val="accent3"/>
                    </a:gs>
                  </a:gsLst>
                  <a:lin ang="2700000" scaled="1"/>
                  <a:tileRect/>
                </a:gradFill>
                <a:effectLst/>
                <a:latin typeface="+mj-lt"/>
                <a:ea typeface="+mj-lt"/>
                <a:cs typeface="MiSans" panose="00000500000000000000" pitchFamily="2" charset="-122"/>
                <a:sym typeface="+mn-ea"/>
              </a:rPr>
              <a:t>02</a:t>
            </a:r>
          </a:p>
        </p:txBody>
      </p:sp>
      <p:sp>
        <p:nvSpPr>
          <p:cNvPr id="33" name="标题"/>
          <p:cNvSpPr txBox="1"/>
          <p:nvPr>
            <p:custDataLst>
              <p:tags r:id="rId9"/>
            </p:custDataLst>
          </p:nvPr>
        </p:nvSpPr>
        <p:spPr>
          <a:xfrm>
            <a:off x="8447405" y="1939289"/>
            <a:ext cx="3258820" cy="1230629"/>
          </a:xfrm>
          <a:prstGeom prst="rect">
            <a:avLst/>
          </a:prstGeom>
          <a:noFill/>
        </p:spPr>
        <p:txBody>
          <a:bodyPr vert="horz" wrap="square" lIns="91440" tIns="45720" rIns="91440" bIns="0" rtlCol="0" anchor="t" anchorCtr="0">
            <a:normAutofit/>
          </a:bodyPr>
          <a:lstStyle/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lang="en-US" altLang="zh-CN" sz="2400" dirty="0">
                <a:effectLst/>
                <a:latin typeface="+mj-lt"/>
                <a:ea typeface="+mj-lt"/>
                <a:cs typeface="MiSans" panose="00000500000000000000" pitchFamily="2" charset="-122"/>
                <a:sym typeface="+mn-ea"/>
              </a:rPr>
              <a:t>matlab</a:t>
            </a:r>
            <a:r>
              <a:rPr lang="zh-CN" altLang="en-US" sz="2400" dirty="0">
                <a:effectLst/>
                <a:latin typeface="+mj-lt"/>
                <a:ea typeface="+mj-lt"/>
                <a:cs typeface="MiSans" panose="00000500000000000000" pitchFamily="2" charset="-122"/>
                <a:sym typeface="+mn-ea"/>
              </a:rPr>
              <a:t>计算数值</a:t>
            </a:r>
          </a:p>
        </p:txBody>
      </p:sp>
      <p:cxnSp>
        <p:nvCxnSpPr>
          <p:cNvPr id="35" name="直接连接符 34"/>
          <p:cNvCxnSpPr/>
          <p:nvPr>
            <p:custDataLst>
              <p:tags r:id="rId10"/>
            </p:custDataLst>
          </p:nvPr>
        </p:nvCxnSpPr>
        <p:spPr>
          <a:xfrm flipV="1">
            <a:off x="4211955" y="4080510"/>
            <a:ext cx="0" cy="894715"/>
          </a:xfrm>
          <a:prstGeom prst="line">
            <a:avLst/>
          </a:prstGeom>
          <a:ln>
            <a:gradFill>
              <a:gsLst>
                <a:gs pos="100000">
                  <a:schemeClr val="tx1"/>
                </a:gs>
                <a:gs pos="0">
                  <a:schemeClr val="accent3">
                    <a:alpha val="0"/>
                  </a:schemeClr>
                </a:gs>
              </a:gsLst>
              <a:lin ang="5400000" scaled="1"/>
            </a:gra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序号"/>
          <p:cNvSpPr txBox="1"/>
          <p:nvPr>
            <p:custDataLst>
              <p:tags r:id="rId11"/>
            </p:custDataLst>
          </p:nvPr>
        </p:nvSpPr>
        <p:spPr>
          <a:xfrm>
            <a:off x="3533140" y="3937635"/>
            <a:ext cx="713105" cy="5143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2400">
                <a:gradFill flip="none" rotWithShape="1">
                  <a:gsLst>
                    <a:gs pos="0">
                      <a:schemeClr val="accent1"/>
                    </a:gs>
                    <a:gs pos="100000">
                      <a:srgbClr val="33CCFF"/>
                    </a:gs>
                  </a:gsLst>
                  <a:lin ang="2700000" scaled="1"/>
                  <a:tileRect/>
                </a:gradFill>
                <a:effectLst>
                  <a:outerShdw blurRad="139700" dist="38100" sx="102000" sy="102000" algn="ctr" rotWithShape="0">
                    <a:srgbClr val="33CCFF">
                      <a:alpha val="34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lang="en-US" altLang="zh-CN" dirty="0">
                <a:gradFill flip="none" rotWithShape="1">
                  <a:gsLst>
                    <a:gs pos="0">
                      <a:schemeClr val="accent6"/>
                    </a:gs>
                    <a:gs pos="100000">
                      <a:schemeClr val="accent3"/>
                    </a:gs>
                  </a:gsLst>
                  <a:lin ang="2700000" scaled="1"/>
                  <a:tileRect/>
                </a:gradFill>
                <a:effectLst/>
                <a:latin typeface="+mj-lt"/>
                <a:ea typeface="+mj-lt"/>
                <a:cs typeface="MiSans" panose="00000500000000000000" pitchFamily="2" charset="-122"/>
                <a:sym typeface="+mn-ea"/>
              </a:rPr>
              <a:t>03</a:t>
            </a:r>
          </a:p>
        </p:txBody>
      </p:sp>
      <p:sp>
        <p:nvSpPr>
          <p:cNvPr id="38" name="标题"/>
          <p:cNvSpPr txBox="1"/>
          <p:nvPr>
            <p:custDataLst>
              <p:tags r:id="rId12"/>
            </p:custDataLst>
          </p:nvPr>
        </p:nvSpPr>
        <p:spPr>
          <a:xfrm>
            <a:off x="4264025" y="3937634"/>
            <a:ext cx="3258820" cy="1230629"/>
          </a:xfrm>
          <a:prstGeom prst="rect">
            <a:avLst/>
          </a:prstGeom>
          <a:noFill/>
        </p:spPr>
        <p:txBody>
          <a:bodyPr vert="horz" wrap="square" lIns="91440" tIns="45720" rIns="91440" bIns="0" rtlCol="0" anchor="t" anchorCtr="0">
            <a:normAutofit/>
          </a:bodyPr>
          <a:lstStyle/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lang="en-US" altLang="zh-CN" sz="2400" dirty="0">
                <a:effectLst/>
                <a:latin typeface="+mj-lt"/>
                <a:ea typeface="+mj-lt"/>
                <a:cs typeface="MiSans" panose="00000500000000000000" pitchFamily="2" charset="-122"/>
                <a:sym typeface="+mn-ea"/>
              </a:rPr>
              <a:t>arduino</a:t>
            </a:r>
            <a:r>
              <a:rPr lang="zh-CN" altLang="en-US" sz="2400" dirty="0">
                <a:effectLst/>
                <a:latin typeface="+mj-lt"/>
                <a:ea typeface="+mj-lt"/>
                <a:cs typeface="MiSans" panose="00000500000000000000" pitchFamily="2" charset="-122"/>
                <a:sym typeface="+mn-ea"/>
              </a:rPr>
              <a:t>实现</a:t>
            </a:r>
          </a:p>
        </p:txBody>
      </p:sp>
      <p:cxnSp>
        <p:nvCxnSpPr>
          <p:cNvPr id="42" name="直接连接符 41"/>
          <p:cNvCxnSpPr/>
          <p:nvPr>
            <p:custDataLst>
              <p:tags r:id="rId13"/>
            </p:custDataLst>
          </p:nvPr>
        </p:nvCxnSpPr>
        <p:spPr>
          <a:xfrm flipV="1">
            <a:off x="8395335" y="4080510"/>
            <a:ext cx="0" cy="894715"/>
          </a:xfrm>
          <a:prstGeom prst="line">
            <a:avLst/>
          </a:prstGeom>
          <a:ln>
            <a:gradFill>
              <a:gsLst>
                <a:gs pos="100000">
                  <a:schemeClr val="tx1"/>
                </a:gs>
                <a:gs pos="0">
                  <a:schemeClr val="accent3">
                    <a:alpha val="0"/>
                  </a:schemeClr>
                </a:gs>
              </a:gsLst>
              <a:lin ang="5400000" scaled="1"/>
            </a:gra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序号"/>
          <p:cNvSpPr txBox="1"/>
          <p:nvPr>
            <p:custDataLst>
              <p:tags r:id="rId14"/>
            </p:custDataLst>
          </p:nvPr>
        </p:nvSpPr>
        <p:spPr>
          <a:xfrm>
            <a:off x="7716520" y="3937635"/>
            <a:ext cx="713105" cy="5143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2400">
                <a:gradFill flip="none" rotWithShape="1">
                  <a:gsLst>
                    <a:gs pos="0">
                      <a:schemeClr val="accent1"/>
                    </a:gs>
                    <a:gs pos="100000">
                      <a:srgbClr val="33CCFF"/>
                    </a:gs>
                  </a:gsLst>
                  <a:lin ang="2700000" scaled="1"/>
                  <a:tileRect/>
                </a:gradFill>
                <a:effectLst>
                  <a:outerShdw blurRad="139700" dist="38100" sx="102000" sy="102000" algn="ctr" rotWithShape="0">
                    <a:srgbClr val="33CCFF">
                      <a:alpha val="34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lang="en-US" altLang="zh-CN" dirty="0">
                <a:gradFill flip="none" rotWithShape="1">
                  <a:gsLst>
                    <a:gs pos="0">
                      <a:schemeClr val="accent6"/>
                    </a:gs>
                    <a:gs pos="100000">
                      <a:schemeClr val="accent3"/>
                    </a:gs>
                  </a:gsLst>
                  <a:lin ang="2700000" scaled="1"/>
                  <a:tileRect/>
                </a:gradFill>
                <a:effectLst/>
                <a:latin typeface="+mj-lt"/>
                <a:ea typeface="+mj-lt"/>
                <a:cs typeface="MiSans" panose="00000500000000000000" pitchFamily="2" charset="-122"/>
                <a:sym typeface="+mn-ea"/>
              </a:rPr>
              <a:t>04</a:t>
            </a:r>
          </a:p>
        </p:txBody>
      </p:sp>
      <p:sp>
        <p:nvSpPr>
          <p:cNvPr id="45" name="标题"/>
          <p:cNvSpPr txBox="1"/>
          <p:nvPr>
            <p:custDataLst>
              <p:tags r:id="rId15"/>
            </p:custDataLst>
          </p:nvPr>
        </p:nvSpPr>
        <p:spPr>
          <a:xfrm>
            <a:off x="8447405" y="3937634"/>
            <a:ext cx="3258820" cy="1230629"/>
          </a:xfrm>
          <a:prstGeom prst="rect">
            <a:avLst/>
          </a:prstGeom>
          <a:noFill/>
        </p:spPr>
        <p:txBody>
          <a:bodyPr vert="horz" wrap="square" lIns="91440" tIns="45720" rIns="91440" bIns="0" rtlCol="0" anchor="t" anchorCtr="0">
            <a:normAutofit/>
          </a:bodyPr>
          <a:lstStyle/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lang="zh-CN" altLang="en-US" sz="2400" dirty="0">
                <a:effectLst/>
                <a:latin typeface="+mj-lt"/>
                <a:ea typeface="+mj-lt"/>
                <a:cs typeface="MiSans" panose="00000500000000000000" pitchFamily="2" charset="-122"/>
                <a:sym typeface="+mn-ea"/>
              </a:rPr>
              <a:t>成果展示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2"/>
            <p:custDataLst>
              <p:tags r:id="rId2"/>
            </p:custDataLst>
          </p:nvPr>
        </p:nvSpPr>
        <p:spPr>
          <a:xfrm>
            <a:off x="408305" y="1201420"/>
            <a:ext cx="6830060" cy="4759325"/>
          </a:xfrm>
        </p:spPr>
        <p:txBody>
          <a:bodyPr>
            <a:normAutofit fontScale="92500"/>
          </a:bodyPr>
          <a:lstStyle/>
          <a:p>
            <a:r>
              <a:rPr>
                <a:sym typeface="+mn-ea"/>
              </a:rPr>
              <a:t>1.本项目提供的工作平台：在项目开始之初，获得一个精致的电动小车，或者叫做机器忍者。</a:t>
            </a:r>
            <a:r>
              <a:rPr altLang="zh-CN" kern="100">
                <a:effectLst/>
                <a:latin typeface="+mn-ea"/>
                <a:cs typeface="Times New Roman" panose="02020603050405020304" pitchFamily="18" charset="0"/>
                <a:sym typeface="+mn-ea"/>
              </a:rPr>
              <a:t>学习对于移动式机器人的基本控制方法，和它背后的相关数学计算方法。物理对象的关键特征要被抽象为数学元素，再以数学的方式加以计算处理，再由此反向推算对该物体在物理世界中行为的控制。</a:t>
            </a:r>
            <a:endParaRPr lang="zh-CN" altLang="en-US"/>
          </a:p>
          <a:p>
            <a:r>
              <a:rPr>
                <a:sym typeface="+mn-ea"/>
              </a:rPr>
              <a:t>2.在本项目中，深刻理解如何用数学的方法表述各类曲线、方向，并能够熟练的将目标的路线、动作转化为对机械忍者上车轮的驱动信号。</a:t>
            </a:r>
            <a:endParaRPr lang="zh-CN" altLang="en-US"/>
          </a:p>
          <a:p>
            <a:r>
              <a:rPr>
                <a:sym typeface="+mn-ea"/>
              </a:rPr>
              <a:t>任务</a:t>
            </a:r>
            <a:r>
              <a:rPr lang="en-US" altLang="zh-CN">
                <a:sym typeface="+mn-ea"/>
              </a:rPr>
              <a:t>1</a:t>
            </a:r>
            <a:r>
              <a:rPr>
                <a:sym typeface="+mn-ea"/>
              </a:rPr>
              <a:t>：通过生死桥</a:t>
            </a:r>
            <a:endParaRPr lang="zh-CN" altLang="en-US"/>
          </a:p>
          <a:p>
            <a:r>
              <a:rPr>
                <a:sym typeface="+mn-ea"/>
              </a:rPr>
              <a:t>机械忍者从中心（图中机械忍者处），一路沿桥面走到桥末尾（图中“Goal”处），即为成功。一旦跌落，则任务失败！！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>
          <a:xfrm>
            <a:off x="245110" y="430530"/>
            <a:ext cx="4801235" cy="705485"/>
          </a:xfrm>
        </p:spPr>
        <p:txBody>
          <a:bodyPr/>
          <a:lstStyle/>
          <a:p>
            <a:r>
              <a:rPr>
                <a:sym typeface="+mn-ea"/>
              </a:rPr>
              <a:t>项目的介绍和要求</a:t>
            </a:r>
            <a:endParaRPr lang="zh-CN" altLang="en-US"/>
          </a:p>
        </p:txBody>
      </p:sp>
      <p:pic>
        <p:nvPicPr>
          <p:cNvPr id="5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388225" y="1330325"/>
            <a:ext cx="4383405" cy="398462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t="2296"/>
          <a:stretch>
            <a:fillRect/>
          </a:stretch>
        </p:blipFill>
        <p:spPr>
          <a:xfrm>
            <a:off x="708229" y="886764"/>
            <a:ext cx="4232705" cy="3026734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812790" y="857885"/>
            <a:ext cx="30219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3200"/>
              <a:t>小车</a:t>
            </a:r>
            <a:r>
              <a:rPr lang="zh-CN" altLang="en-US" sz="3200"/>
              <a:t>运动简图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2"/>
            <p:custDataLst>
              <p:tags r:id="rId2"/>
            </p:custDataLst>
          </p:nvPr>
        </p:nvSpPr>
        <p:spPr>
          <a:xfrm>
            <a:off x="408305" y="1201420"/>
            <a:ext cx="6830060" cy="47593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单击此处添加文本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>
          <a:xfrm>
            <a:off x="245110" y="430530"/>
            <a:ext cx="4801235" cy="705485"/>
          </a:xfrm>
        </p:spPr>
        <p:txBody>
          <a:bodyPr>
            <a:normAutofit/>
          </a:bodyPr>
          <a:lstStyle/>
          <a:p>
            <a:r>
              <a:rPr lang="en-US" altLang="zh-CN" dirty="0" err="1"/>
              <a:t>matlab</a:t>
            </a:r>
            <a:r>
              <a:rPr dirty="0"/>
              <a:t>计算数值</a:t>
            </a:r>
            <a:r>
              <a:rPr lang="zh-CN" altLang="en-US" dirty="0"/>
              <a:t>画图</a:t>
            </a:r>
            <a:endParaRPr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AD3C187-0C2E-93F3-37E3-44208933EA0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7376" y="783272"/>
            <a:ext cx="3985432" cy="221791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9470C3D-1C00-8FE1-D341-42D0BB0639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1420"/>
            <a:ext cx="2926395" cy="475932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95CD1AA-169D-77AF-B2A7-5534D595ACA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906" y="1892229"/>
            <a:ext cx="5504762" cy="474285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524510" y="368935"/>
            <a:ext cx="3094990" cy="831215"/>
          </a:xfrm>
        </p:spPr>
        <p:txBody>
          <a:bodyPr>
            <a:normAutofit/>
          </a:bodyPr>
          <a:lstStyle/>
          <a:p>
            <a:r>
              <a:rPr lang="en-US" altLang="zh-CN" sz="3600" spc="300"/>
              <a:t>arduino</a:t>
            </a:r>
            <a:r>
              <a:rPr sz="3600" spc="300"/>
              <a:t>实现</a:t>
            </a:r>
          </a:p>
        </p:txBody>
      </p:sp>
      <p:pic>
        <p:nvPicPr>
          <p:cNvPr id="2" name="图片 1" descr="2cbb5be94ee42dc60d06bf8c2bb556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515" y="1340485"/>
            <a:ext cx="5581650" cy="5232400"/>
          </a:xfrm>
          <a:prstGeom prst="rect">
            <a:avLst/>
          </a:prstGeom>
        </p:spPr>
      </p:pic>
      <p:pic>
        <p:nvPicPr>
          <p:cNvPr id="5" name="图片 4" descr="5be4c7b34ee93bcf7cec98a262050a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785" y="1804035"/>
            <a:ext cx="5365750" cy="43053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4886867884cad0c4478ccac40b40972e">
            <a:hlinkClick r:id="" action="ppaction://media"/>
          </p:cNvPr>
          <p:cNvPicPr/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465830" y="0"/>
            <a:ext cx="5642610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48080" y="1986915"/>
            <a:ext cx="859790" cy="2660650"/>
          </a:xfrm>
          <a:prstGeom prst="rect">
            <a:avLst/>
          </a:prstGeom>
        </p:spPr>
        <p:txBody>
          <a:bodyPr vert="eaVert"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sz="4400">
                <a:sym typeface="+mn-ea"/>
              </a:rPr>
              <a:t>成果展示</a:t>
            </a:r>
            <a:endParaRPr lang="zh-CN" altLang="en-US" sz="44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video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感谢您的观看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028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028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MASTER_TYPE" val="0"/>
  <p:tag name="KSO_WM_TEMPLATE_COLOR_TYPE" val="0"/>
  <p:tag name="KSO_WM_TAG_VERSION" val="1.0"/>
  <p:tag name="KSO_WM_BEAUTIFY_FLAG" val="#wm#"/>
  <p:tag name="KSO_WM_TEMPLATE_CATEGORY" val="custom"/>
  <p:tag name="KSO_WM_TEMPLATE_INDEX" val="20230282"/>
  <p:tag name="KSO_WM_SPECIAL_SOURCE" val="bdnull"/>
  <p:tag name="KSO_WM_TEMPLATE_THUMBS_INDEX" val="1、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1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1.0"/>
  <p:tag name="KSO_WM_BEAUTIFY_FLAG" val="#wm#"/>
  <p:tag name="KSO_WM_UNIT_CONTENT_GROUP_TYPE" val="contentchip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WPS,a click to unlimited possibilitie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1.0"/>
  <p:tag name="KSO_WM_BEAUTIFY_FLAG" val="#wm#"/>
  <p:tag name="KSO_WM_UNIT_CONTENT_GROUP_TYPE" val="contentchip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&#10;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1.0"/>
  <p:tag name="KSO_WM_BEAUTIFY_FLAG" val="#wm#"/>
  <p:tag name="KSO_WM_UNIT_CONTENT_GROUP_TYPE" val="contentchip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添加文本具体内容，简明扼要的阐述您的观点。根据需要可酌情增减文字，以便观者准确的理解您传达的思想。&#10;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1.0"/>
  <p:tag name="KSO_WM_BEAUTIFY_FLAG" val="#wm#"/>
  <p:tag name="KSO_WM_UNIT_CONTENT_GROUP_TYPE" val="titlestyle"/>
  <p:tag name="KSO_WM_UNIT_PRESET_TEXT" val="单击此处添加标题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1.0"/>
  <p:tag name="KSO_WM_UNIT_TYPE" val="i"/>
  <p:tag name="KSO_WM_UNIT_INDEX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1.0"/>
  <p:tag name="KSO_WM_UNIT_TYPE" val="i"/>
  <p:tag name="KSO_WM_UNIT_INDEX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CONTENT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3*b*1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1.0"/>
  <p:tag name="KSO_WM_UNIT_TYPE" val="i"/>
  <p:tag name="KSO_WM_UNIT_INDEX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1.0"/>
  <p:tag name="KSO_WM_UNIT_CONTENT_GROUP_TYPE" val="contentchip"/>
  <p:tag name="KSO_WM_UNIT_TYPE" val="i"/>
  <p:tag name="KSO_WM_UNIT_INDEX" val="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1.0"/>
  <p:tag name="KSO_WM_BEAUTIFY_FLAG" val="#wm#"/>
  <p:tag name="KSO_WM_UNIT_CONTENT_GROUP_TYPE" val="contentchip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1.0"/>
  <p:tag name="KSO_WM_BEAUTIFY_FLAG" val="#wm#"/>
  <p:tag name="KSO_WM_UNIT_CONTENT_GROUP_TYPE" val="contentchip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1.0"/>
  <p:tag name="KSO_WM_BEAUTIFY_FLAG" val="#wm#"/>
  <p:tag name="KSO_WM_UNIT_CONTENT_GROUP_TYPE" val="titlestyl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1.0"/>
  <p:tag name="KSO_WM_BEAUTIFY_FLAG" val="#wm#"/>
  <p:tag name="KSO_WM_UNIT_CONTENT_GROUP_TYPE" val="titlesty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1.0"/>
  <p:tag name="KSO_WM_BEAUTIFY_FLAG" val="#wm#"/>
  <p:tag name="KSO_WM_UNIT_CONTENT_GROUP_TYPE" val="titlestyl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CONTENT_GROUP_TYPE" val="titlestyl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1.0"/>
  <p:tag name="KSO_WM_BEAUTIFY_FLAG" val="#wm#"/>
  <p:tag name="KSO_WM_UNIT_CONTENT_GROUP_TYPE" val="titlestyl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1.0"/>
  <p:tag name="KSO_WM_UNIT_TYPE" val="i"/>
  <p:tag name="KSO_WM_UNIT_INDEX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1.0"/>
  <p:tag name="KSO_WM_BEAUTIFY_FLAG" val="#wm#"/>
  <p:tag name="KSO_WM_UNIT_CONTENT_GROUP_TYPE" val="contentchip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感谢您的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1.0"/>
  <p:tag name="KSO_WM_BEAUTIFY_FLAG" val="#wm#"/>
  <p:tag name="KSO_WM_UNIT_CONTENT_GROUP_TYPE" val="contentchip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0282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30282"/>
  <p:tag name="KSO_WM_SLIDE_TYPE" val="title"/>
  <p:tag name="KSO_WM_SLIDE_SUBTYPE" val="pureTxt"/>
  <p:tag name="KSO_WM_SLIDE_LAYOUT" val="a_b_f"/>
  <p:tag name="KSO_WM_SLIDE_LAYOUT_CNT" val="1_1_1"/>
  <p:tag name="KSO_WM_SPECIAL_SOURCE" val="bdnull"/>
  <p:tag name="KSO_WM_TEMPLATE_THUMBS_INDEX" val="1、9"/>
  <p:tag name="KSO_WM_SLIDE_CONTENT_AREA" val="{&quot;left&quot;:&quot;46.65&quot;,&quot;top&quot;:&quot;76.8&quot;,&quot;width&quot;:&quot;513.95&quot;,&quot;height&quot;:&quot;327.7&quot;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0282_1*b*1"/>
  <p:tag name="KSO_WM_TEMPLATE_CATEGORY" val="custom"/>
  <p:tag name="KSO_WM_TEMPLATE_INDEX" val="20230282"/>
  <p:tag name="KSO_WM_UNIT_LAYERLEVEL" val="1"/>
  <p:tag name="KSO_WM_TAG_VERSION" val="1.0"/>
  <p:tag name="KSO_WM_BEAUTIFY_FLAG" val="#wm#"/>
  <p:tag name="KSO_WM_UNIT_CONTENT_GROUP_TYPE" val="contentchip"/>
  <p:tag name="KSO_WM_UNIT_PRESET_TEXT" val="WPS,a click to unlimited possibilities"/>
  <p:tag name="KSO_WM_UNIT_TEXT_TYPE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82_1*a*1"/>
  <p:tag name="KSO_WM_TEMPLATE_CATEGORY" val="custom"/>
  <p:tag name="KSO_WM_TEMPLATE_INDEX" val="20230282"/>
  <p:tag name="KSO_WM_UNIT_LAYERLEVEL" val="1"/>
  <p:tag name="KSO_WM_TAG_VERSION" val="1.0"/>
  <p:tag name="KSO_WM_BEAUTIFY_FLAG" val="#wm#"/>
  <p:tag name="KSO_WM_UNIT_CONTENT_GROUP_TYPE" val="contentchip"/>
  <p:tag name="KSO_WM_UNIT_PRESET_TEXT" val="单击此处&#10;添加文档标题"/>
  <p:tag name="KSO_WM_UNIT_TEXT_TYPE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0282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30282"/>
  <p:tag name="KSO_WM_SLIDE_TYPE" val="contents"/>
  <p:tag name="KSO_WM_SLIDE_SUBTYPE" val="diag"/>
  <p:tag name="KSO_WM_SLIDE_LAYOUT" val="a_b_l"/>
  <p:tag name="KSO_WM_SLIDE_LAYOUT_CNT" val="1_1_1"/>
  <p:tag name="KSO_WM_SPECIAL_SOURCE" val="bdnull"/>
  <p:tag name="KSO_WM_DIAGRAM_GROUP_CODE" val="l1-1"/>
  <p:tag name="KSO_WM_SLIDE_DIAGTYPE" val="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0282_4*b*1"/>
  <p:tag name="KSO_WM_TEMPLATE_CATEGORY" val="custom"/>
  <p:tag name="KSO_WM_TEMPLATE_INDEX" val="20230282"/>
  <p:tag name="KSO_WM_UNIT_LAYERLEVEL" val="1"/>
  <p:tag name="KSO_WM_TAG_VERSION" val="1.0"/>
  <p:tag name="KSO_WM_BEAUTIFY_FLAG" val="#wm#"/>
  <p:tag name="KSO_WM_DIAGRAM_GROUP_CODE" val="l1-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82_4*a*1"/>
  <p:tag name="KSO_WM_TEMPLATE_CATEGORY" val="custom"/>
  <p:tag name="KSO_WM_TEMPLATE_INDEX" val="20230282"/>
  <p:tag name="KSO_WM_UNIT_LAYERLEVEL" val="1"/>
  <p:tag name="KSO_WM_TAG_VERSION" val="1.0"/>
  <p:tag name="KSO_WM_BEAUTIFY_FLAG" val="#wm#"/>
  <p:tag name="KSO_WM_DIAGRAM_GROUP_CODE" val="l1-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0282_4*l_h_i*1_1_1"/>
  <p:tag name="KSO_WM_TEMPLATE_CATEGORY" val="custom"/>
  <p:tag name="KSO_WM_TEMPLATE_INDEX" val="20230282"/>
  <p:tag name="KSO_WM_UNIT_LAYERLEVEL" val="1_1_1"/>
  <p:tag name="KSO_WM_TAG_VERSION" val="1.0"/>
  <p:tag name="KSO_WM_DIAGRAM_GROUP_CODE" val="l1-1"/>
  <p:tag name="KSO_WM_UNIT_TYPE" val="l_h_i"/>
  <p:tag name="KSO_WM_UNIT_INDEX" val="1_1_1"/>
  <p:tag name="KSO_WM_DIAGRAM_VERSION" val="3"/>
  <p:tag name="KSO_WM_DIAGRAM_MAX_ITEMCNT" val="6"/>
  <p:tag name="KSO_WM_DIAGRAM_MIN_ITEMCNT" val="2"/>
  <p:tag name="KSO_WM_DIAGRAM_VIRTUALLY_FRAME" val="{&quot;height&quot;:254.2499237060547,&quot;left&quot;:237.99999389648437,&quot;top&quot;:152.69992003673642,&quot;width&quot;:723.9500122070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13,&quot;pos&quot;:1,&quot;transparency&quot;:0},{&quot;brightness&quot;:0,&quot;colorType&quot;:1,&quot;foreColorIndex&quot;:7,&quot;pos&quot;:0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2"/>
  <p:tag name="KSO_WM_UNIT_ID" val="custom20230282_4*l_h_i*1_1_2"/>
  <p:tag name="KSO_WM_TEMPLATE_CATEGORY" val="custom"/>
  <p:tag name="KSO_WM_TEMPLATE_INDEX" val="20230282"/>
  <p:tag name="KSO_WM_UNIT_LAYERLEVEL" val="1_1_1"/>
  <p:tag name="KSO_WM_TAG_VERSION" val="1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254.2499237060547,&quot;left&quot;:237.99999389648437,&quot;top&quot;:152.69992003673642,&quot;width&quot;:723.95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10,&quot;pos&quot;:0,&quot;transparency&quot;:0},{&quot;brightness&quot;:0,&quot;colorType&quot;:1,&quot;foreColorIndex&quot;:7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1_1"/>
  <p:tag name="KSO_WM_TEMPLATE_CATEGORY" val="custom"/>
  <p:tag name="KSO_WM_TEMPLATE_INDEX" val="20230282"/>
  <p:tag name="KSO_WM_UNIT_LAYERLEVEL" val="1_1_1"/>
  <p:tag name="KSO_WM_TAG_VERSION" val="1.0"/>
  <p:tag name="KSO_WM_BEAUTIFY_FLAG" val="#wm#"/>
  <p:tag name="KSO_WM_DIAGRAM_GROUP_CODE" val="l1-1"/>
  <p:tag name="KSO_WM_UNIT_TYPE" val="l_h_a"/>
  <p:tag name="KSO_WM_UNIT_ID" val="custom20230282_4*l_h_a*1_1_1"/>
  <p:tag name="KSO_WM_DIAGRAM_VERSION" val="3"/>
  <p:tag name="KSO_WM_UNIT_PRESET_TEXT" val="输入目录文本"/>
  <p:tag name="KSO_WM_DIAGRAM_MAX_ITEMCNT" val="6"/>
  <p:tag name="KSO_WM_DIAGRAM_MIN_ITEMCNT" val="2"/>
  <p:tag name="KSO_WM_DIAGRAM_VIRTUALLY_FRAME" val="{&quot;height&quot;:254.2499237060547,&quot;left&quot;:237.99999389648437,&quot;top&quot;:152.69992003673642,&quot;width&quot;:723.95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0282_4*l_h_i*1_2_1"/>
  <p:tag name="KSO_WM_TEMPLATE_CATEGORY" val="custom"/>
  <p:tag name="KSO_WM_TEMPLATE_INDEX" val="20230282"/>
  <p:tag name="KSO_WM_UNIT_LAYERLEVEL" val="1_1_1"/>
  <p:tag name="KSO_WM_TAG_VERSION" val="1.0"/>
  <p:tag name="KSO_WM_DIAGRAM_GROUP_CODE" val="l1-1"/>
  <p:tag name="KSO_WM_UNIT_TYPE" val="l_h_i"/>
  <p:tag name="KSO_WM_UNIT_INDEX" val="1_2_1"/>
  <p:tag name="KSO_WM_DIAGRAM_VERSION" val="3"/>
  <p:tag name="KSO_WM_DIAGRAM_MAX_ITEMCNT" val="6"/>
  <p:tag name="KSO_WM_DIAGRAM_MIN_ITEMCNT" val="2"/>
  <p:tag name="KSO_WM_DIAGRAM_VIRTUALLY_FRAME" val="{&quot;height&quot;:254.2499237060547,&quot;left&quot;:237.99999389648437,&quot;top&quot;:152.69992003673642,&quot;width&quot;:723.9500122070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13,&quot;pos&quot;:1,&quot;transparency&quot;:0},{&quot;brightness&quot;:0,&quot;colorType&quot;:1,&quot;foreColorIndex&quot;:7,&quot;pos&quot;:0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2"/>
  <p:tag name="KSO_WM_UNIT_ID" val="custom20230282_4*l_h_i*1_2_2"/>
  <p:tag name="KSO_WM_TEMPLATE_CATEGORY" val="custom"/>
  <p:tag name="KSO_WM_TEMPLATE_INDEX" val="20230282"/>
  <p:tag name="KSO_WM_UNIT_LAYERLEVEL" val="1_1_1"/>
  <p:tag name="KSO_WM_TAG_VERSION" val="1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254.2499237060547,&quot;left&quot;:237.99999389648437,&quot;top&quot;:152.69992003673642,&quot;width&quot;:723.95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10,&quot;pos&quot;:0,&quot;transparency&quot;:0},{&quot;brightness&quot;:0,&quot;colorType&quot;:1,&quot;foreColorIndex&quot;:7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2_1"/>
  <p:tag name="KSO_WM_TEMPLATE_CATEGORY" val="custom"/>
  <p:tag name="KSO_WM_TEMPLATE_INDEX" val="20230282"/>
  <p:tag name="KSO_WM_UNIT_LAYERLEVEL" val="1_1_1"/>
  <p:tag name="KSO_WM_TAG_VERSION" val="1.0"/>
  <p:tag name="KSO_WM_BEAUTIFY_FLAG" val="#wm#"/>
  <p:tag name="KSO_WM_DIAGRAM_GROUP_CODE" val="l1-1"/>
  <p:tag name="KSO_WM_UNIT_TYPE" val="l_h_a"/>
  <p:tag name="KSO_WM_UNIT_ID" val="custom20230282_4*l_h_a*1_2_1"/>
  <p:tag name="KSO_WM_DIAGRAM_VERSION" val="3"/>
  <p:tag name="KSO_WM_UNIT_PRESET_TEXT" val="输入目录文本"/>
  <p:tag name="KSO_WM_DIAGRAM_MAX_ITEMCNT" val="6"/>
  <p:tag name="KSO_WM_DIAGRAM_MIN_ITEMCNT" val="2"/>
  <p:tag name="KSO_WM_DIAGRAM_VIRTUALLY_FRAME" val="{&quot;height&quot;:254.2499237060547,&quot;left&quot;:237.99999389648437,&quot;top&quot;:152.69992003673642,&quot;width&quot;:723.95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0282_4*l_h_i*1_3_1"/>
  <p:tag name="KSO_WM_TEMPLATE_CATEGORY" val="custom"/>
  <p:tag name="KSO_WM_TEMPLATE_INDEX" val="20230282"/>
  <p:tag name="KSO_WM_UNIT_LAYERLEVEL" val="1_1_1"/>
  <p:tag name="KSO_WM_TAG_VERSION" val="1.0"/>
  <p:tag name="KSO_WM_DIAGRAM_GROUP_CODE" val="l1-1"/>
  <p:tag name="KSO_WM_UNIT_TYPE" val="l_h_i"/>
  <p:tag name="KSO_WM_UNIT_INDEX" val="1_3_1"/>
  <p:tag name="KSO_WM_DIAGRAM_VERSION" val="3"/>
  <p:tag name="KSO_WM_DIAGRAM_MAX_ITEMCNT" val="6"/>
  <p:tag name="KSO_WM_DIAGRAM_MIN_ITEMCNT" val="2"/>
  <p:tag name="KSO_WM_DIAGRAM_VIRTUALLY_FRAME" val="{&quot;height&quot;:254.2499237060547,&quot;left&quot;:237.99999389648437,&quot;top&quot;:152.69992003673642,&quot;width&quot;:723.9500122070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13,&quot;pos&quot;:1,&quot;transparency&quot;:0},{&quot;brightness&quot;:0,&quot;colorType&quot;:1,&quot;foreColorIndex&quot;:7,&quot;pos&quot;:0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2"/>
  <p:tag name="KSO_WM_UNIT_ID" val="custom20230282_4*l_h_i*1_3_2"/>
  <p:tag name="KSO_WM_TEMPLATE_CATEGORY" val="custom"/>
  <p:tag name="KSO_WM_TEMPLATE_INDEX" val="20230282"/>
  <p:tag name="KSO_WM_UNIT_LAYERLEVEL" val="1_1_1"/>
  <p:tag name="KSO_WM_TAG_VERSION" val="1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254.2499237060547,&quot;left&quot;:237.99999389648437,&quot;top&quot;:152.69992003673642,&quot;width&quot;:723.95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10,&quot;pos&quot;:0,&quot;transparency&quot;:0},{&quot;brightness&quot;:0,&quot;colorType&quot;:1,&quot;foreColorIndex&quot;:7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3_1"/>
  <p:tag name="KSO_WM_TEMPLATE_CATEGORY" val="custom"/>
  <p:tag name="KSO_WM_TEMPLATE_INDEX" val="20230282"/>
  <p:tag name="KSO_WM_UNIT_LAYERLEVEL" val="1_1_1"/>
  <p:tag name="KSO_WM_TAG_VERSION" val="1.0"/>
  <p:tag name="KSO_WM_BEAUTIFY_FLAG" val="#wm#"/>
  <p:tag name="KSO_WM_DIAGRAM_GROUP_CODE" val="l1-1"/>
  <p:tag name="KSO_WM_UNIT_TYPE" val="l_h_a"/>
  <p:tag name="KSO_WM_UNIT_ID" val="custom20230282_4*l_h_a*1_3_1"/>
  <p:tag name="KSO_WM_DIAGRAM_VERSION" val="3"/>
  <p:tag name="KSO_WM_UNIT_PRESET_TEXT" val="输入目录文本"/>
  <p:tag name="KSO_WM_DIAGRAM_MAX_ITEMCNT" val="6"/>
  <p:tag name="KSO_WM_DIAGRAM_MIN_ITEMCNT" val="2"/>
  <p:tag name="KSO_WM_DIAGRAM_VIRTUALLY_FRAME" val="{&quot;height&quot;:254.2499237060547,&quot;left&quot;:237.99999389648437,&quot;top&quot;:152.69992003673642,&quot;width&quot;:723.95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0282_4*l_h_i*1_4_1"/>
  <p:tag name="KSO_WM_TEMPLATE_CATEGORY" val="custom"/>
  <p:tag name="KSO_WM_TEMPLATE_INDEX" val="20230282"/>
  <p:tag name="KSO_WM_UNIT_LAYERLEVEL" val="1_1_1"/>
  <p:tag name="KSO_WM_TAG_VERSION" val="1.0"/>
  <p:tag name="KSO_WM_DIAGRAM_GROUP_CODE" val="l1-1"/>
  <p:tag name="KSO_WM_UNIT_TYPE" val="l_h_i"/>
  <p:tag name="KSO_WM_UNIT_INDEX" val="1_4_1"/>
  <p:tag name="KSO_WM_DIAGRAM_VERSION" val="3"/>
  <p:tag name="KSO_WM_DIAGRAM_MAX_ITEMCNT" val="6"/>
  <p:tag name="KSO_WM_DIAGRAM_MIN_ITEMCNT" val="2"/>
  <p:tag name="KSO_WM_DIAGRAM_VIRTUALLY_FRAME" val="{&quot;height&quot;:254.2499237060547,&quot;left&quot;:237.99999389648437,&quot;top&quot;:152.69992003673642,&quot;width&quot;:723.9500122070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13,&quot;pos&quot;:1,&quot;transparency&quot;:0},{&quot;brightness&quot;:0,&quot;colorType&quot;:1,&quot;foreColorIndex&quot;:7,&quot;pos&quot;:0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2"/>
  <p:tag name="KSO_WM_UNIT_ID" val="custom20230282_4*l_h_i*1_4_2"/>
  <p:tag name="KSO_WM_TEMPLATE_CATEGORY" val="custom"/>
  <p:tag name="KSO_WM_TEMPLATE_INDEX" val="20230282"/>
  <p:tag name="KSO_WM_UNIT_LAYERLEVEL" val="1_1_1"/>
  <p:tag name="KSO_WM_TAG_VERSION" val="1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254.2499237060547,&quot;left&quot;:237.99999389648437,&quot;top&quot;:152.69992003673642,&quot;width&quot;:723.95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10,&quot;pos&quot;:0,&quot;transparency&quot;:0},{&quot;brightness&quot;:0,&quot;colorType&quot;:1,&quot;foreColorIndex&quot;:7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4_1"/>
  <p:tag name="KSO_WM_TEMPLATE_CATEGORY" val="custom"/>
  <p:tag name="KSO_WM_TEMPLATE_INDEX" val="20230282"/>
  <p:tag name="KSO_WM_UNIT_LAYERLEVEL" val="1_1_1"/>
  <p:tag name="KSO_WM_TAG_VERSION" val="1.0"/>
  <p:tag name="KSO_WM_BEAUTIFY_FLAG" val="#wm#"/>
  <p:tag name="KSO_WM_DIAGRAM_GROUP_CODE" val="l1-1"/>
  <p:tag name="KSO_WM_UNIT_TYPE" val="l_h_a"/>
  <p:tag name="KSO_WM_UNIT_ID" val="custom20230282_4*l_h_a*1_4_1"/>
  <p:tag name="KSO_WM_DIAGRAM_VERSION" val="3"/>
  <p:tag name="KSO_WM_UNIT_PRESET_TEXT" val="输入目录文本"/>
  <p:tag name="KSO_WM_DIAGRAM_MAX_ITEMCNT" val="6"/>
  <p:tag name="KSO_WM_DIAGRAM_MIN_ITEMCNT" val="2"/>
  <p:tag name="KSO_WM_DIAGRAM_VIRTUALLY_FRAME" val="{&quot;height&quot;:254.2499237060547,&quot;left&quot;:237.99999389648437,&quot;top&quot;:152.69992003673642,&quot;width&quot;:723.95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028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282"/>
  <p:tag name="KSO_WM_SLIDE_TYPE" val="text"/>
  <p:tag name="KSO_WM_SLIDE_SUBTYPE" val="pureTxt"/>
  <p:tag name="KSO_WM_SLIDE_SIZE" val="863*444"/>
  <p:tag name="KSO_WM_SLIDE_POSITION" val="47*47"/>
  <p:tag name="KSO_WM_SLIDE_LAYOUT" val="a_f"/>
  <p:tag name="KSO_WM_SLIDE_LAYOUT_CNT" val="1_1"/>
  <p:tag name="KSO_WM_SPECIAL_SOURCE" val="bdnull"/>
  <p:tag name="KSO_WM_SLIDE_LAYOUT_NAME" val="标题和内容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282_8*f*1"/>
  <p:tag name="KSO_WM_TEMPLATE_CATEGORY" val="custom"/>
  <p:tag name="KSO_WM_TEMPLATE_INDEX" val="20230282"/>
  <p:tag name="KSO_WM_UNIT_LAYERLEVEL" val="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添加文本"/>
  <p:tag name="KSO_WM_UNIT_TEXT_TYPE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82_8*a*1"/>
  <p:tag name="KSO_WM_TEMPLATE_CATEGORY" val="custom"/>
  <p:tag name="KSO_WM_TEMPLATE_INDEX" val="20230282"/>
  <p:tag name="KSO_WM_UNIT_LAYERLEVEL" val="1"/>
  <p:tag name="KSO_WM_TAG_VERSION" val="1.0"/>
  <p:tag name="KSO_WM_BEAUTIFY_FLAG" val="#wm#"/>
  <p:tag name="KSO_WM_UNIT_CONTENT_GROUP_TYPE" val="titlestyle"/>
  <p:tag name="KSO_WM_UNIT_PRESET_TEXT" val="单击此处添加标题"/>
  <p:tag name="KSO_WM_UNIT_TEXT_TYPE" val="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028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282"/>
  <p:tag name="KSO_WM_SLIDE_TYPE" val="text"/>
  <p:tag name="KSO_WM_SLIDE_SUBTYPE" val="pureTxt"/>
  <p:tag name="KSO_WM_SLIDE_SIZE" val="863*444"/>
  <p:tag name="KSO_WM_SLIDE_POSITION" val="47*47"/>
  <p:tag name="KSO_WM_SLIDE_LAYOUT" val="a_f"/>
  <p:tag name="KSO_WM_SLIDE_LAYOUT_CNT" val="1_1"/>
  <p:tag name="KSO_WM_SPECIAL_SOURCE" val="bdnull"/>
  <p:tag name="KSO_WM_SLIDE_LAYOUT_NAME" val="标题和内容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028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282"/>
  <p:tag name="KSO_WM_SLIDE_TYPE" val="text"/>
  <p:tag name="KSO_WM_SLIDE_SUBTYPE" val="pureTxt"/>
  <p:tag name="KSO_WM_SLIDE_SIZE" val="863*444"/>
  <p:tag name="KSO_WM_SLIDE_POSITION" val="47*47"/>
  <p:tag name="KSO_WM_SLIDE_LAYOUT" val="a_f"/>
  <p:tag name="KSO_WM_SLIDE_LAYOUT_CNT" val="1_1"/>
  <p:tag name="KSO_WM_SPECIAL_SOURCE" val="bdnull"/>
  <p:tag name="KSO_WM_SLIDE_LAYOUT_NAME" val="标题和内容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282_8*f*1"/>
  <p:tag name="KSO_WM_TEMPLATE_CATEGORY" val="custom"/>
  <p:tag name="KSO_WM_TEMPLATE_INDEX" val="20230282"/>
  <p:tag name="KSO_WM_UNIT_LAYERLEVEL" val="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添加文本"/>
  <p:tag name="KSO_WM_UNIT_TEXT_TYPE" val="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82_8*a*1"/>
  <p:tag name="KSO_WM_TEMPLATE_CATEGORY" val="custom"/>
  <p:tag name="KSO_WM_TEMPLATE_INDEX" val="20230282"/>
  <p:tag name="KSO_WM_UNIT_LAYERLEVEL" val="1"/>
  <p:tag name="KSO_WM_TAG_VERSION" val="1.0"/>
  <p:tag name="KSO_WM_BEAUTIFY_FLAG" val="#wm#"/>
  <p:tag name="KSO_WM_UNIT_CONTENT_GROUP_TYPE" val="titlestyle"/>
  <p:tag name="KSO_WM_UNIT_PRESET_TEXT" val="单击此处添加标题"/>
  <p:tag name="KSO_WM_UNIT_TEXT_TYPE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0282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30282"/>
  <p:tag name="KSO_WM_SLIDE_TYPE" val="sectionTitle"/>
  <p:tag name="KSO_WM_SLIDE_SUBTYPE" val="pureTxt"/>
  <p:tag name="KSO_WM_SLIDE_LAYOUT" val="a_e"/>
  <p:tag name="KSO_WM_SLIDE_LAYOUT_CNT" val="1_1"/>
  <p:tag name="KSO_WM_SPECIAL_SOURCE" val="bdnull"/>
  <p:tag name="KSO_WM_SLIDE_CONTENT_AREA" val="{&quot;left&quot;:&quot;437.4&quot;,&quot;top&quot;:&quot;52.95&quot;,&quot;width&quot;:&quot;503&quot;,&quot;height&quot;:&quot;358.9&quot;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82_7*a*1"/>
  <p:tag name="KSO_WM_TEMPLATE_CATEGORY" val="custom"/>
  <p:tag name="KSO_WM_TEMPLATE_INDEX" val="20230282"/>
  <p:tag name="KSO_WM_UNIT_LAYERLEVEL" val="1"/>
  <p:tag name="KSO_WM_TAG_VERSION" val="1.0"/>
  <p:tag name="KSO_WM_BEAUTIFY_FLAG" val="#wm#"/>
  <p:tag name="KSO_WM_UNIT_CONTENT_GROUP_TYPE" val="contentchip"/>
  <p:tag name="KSO_WM_UNIT_PRESET_TEXT" val="添加章节标题"/>
  <p:tag name="KSO_WM_UNIT_TEXT_TYPE" val="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028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282"/>
  <p:tag name="KSO_WM_SLIDE_TYPE" val="text"/>
  <p:tag name="KSO_WM_SLIDE_SUBTYPE" val="pureTxt"/>
  <p:tag name="KSO_WM_SLIDE_SIZE" val="863*444"/>
  <p:tag name="KSO_WM_SLIDE_POSITION" val="47*47"/>
  <p:tag name="KSO_WM_SLIDE_LAYOUT" val="a_f"/>
  <p:tag name="KSO_WM_SLIDE_LAYOUT_CNT" val="1_1"/>
  <p:tag name="KSO_WM_SPECIAL_SOURCE" val="bdnull"/>
  <p:tag name="KSO_WM_SLIDE_LAYOUT_NAME" val="标题和内容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0282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1.0"/>
  <p:tag name="KSO_WM_BEAUTIFY_FLAG" val="#wm#"/>
  <p:tag name="KSO_WM_TEMPLATE_CATEGORY" val="custom"/>
  <p:tag name="KSO_WM_TEMPLATE_INDEX" val="20230282"/>
  <p:tag name="KSO_WM_SLIDE_TYPE" val="endPage"/>
  <p:tag name="KSO_WM_SLIDE_SUBTYPE" val="pureTxt"/>
  <p:tag name="KSO_WM_SLIDE_LAYOUT" val="a_f"/>
  <p:tag name="KSO_WM_SLIDE_LAYOUT_CNT" val="1_1"/>
  <p:tag name="KSO_WM_SPECIAL_SOURCE" val="bdnull"/>
  <p:tag name="KSO_WM_SLIDE_CONTENT_AREA" val="{&quot;left&quot;:&quot;54.35&quot;,&quot;top&quot;:&quot;106.15&quot;,&quot;width&quot;:&quot;513.95&quot;,&quot;height&quot;:&quot;327.7&quot;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82_9*a*1"/>
  <p:tag name="KSO_WM_TEMPLATE_CATEGORY" val="custom"/>
  <p:tag name="KSO_WM_TEMPLATE_INDEX" val="20230282"/>
  <p:tag name="KSO_WM_UNIT_LAYERLEVEL" val="1"/>
  <p:tag name="KSO_WM_TAG_VERSION" val="1.0"/>
  <p:tag name="KSO_WM_BEAUTIFY_FLAG" val="#wm#"/>
  <p:tag name="KSO_WM_UNIT_CONTENT_GROUP_TYPE" val="contentchip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118">
      <a:dk1>
        <a:srgbClr val="000000"/>
      </a:dk1>
      <a:lt1>
        <a:srgbClr val="FFFFFF"/>
      </a:lt1>
      <a:dk2>
        <a:srgbClr val="093495"/>
      </a:dk2>
      <a:lt2>
        <a:srgbClr val="ECF2FE"/>
      </a:lt2>
      <a:accent1>
        <a:srgbClr val="0F60FF"/>
      </a:accent1>
      <a:accent2>
        <a:srgbClr val="3A4EFE"/>
      </a:accent2>
      <a:accent3>
        <a:srgbClr val="653CFC"/>
      </a:accent3>
      <a:accent4>
        <a:srgbClr val="902AFB"/>
      </a:accent4>
      <a:accent5>
        <a:srgbClr val="BB18F9"/>
      </a:accent5>
      <a:accent6>
        <a:srgbClr val="E606F8"/>
      </a:accent6>
      <a:hlink>
        <a:srgbClr val="0563C1"/>
      </a:hlink>
      <a:folHlink>
        <a:srgbClr val="954F72"/>
      </a:folHlink>
    </a:clrScheme>
    <a:fontScheme name="自定义 6">
      <a:majorFont>
        <a:latin typeface="MiSans Heavy"/>
        <a:ea typeface="MiSans Heavy"/>
        <a:cs typeface=""/>
      </a:majorFont>
      <a:minorFont>
        <a:latin typeface="MiSans"/>
        <a:ea typeface="Mi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104</Words>
  <Application>Microsoft Office PowerPoint</Application>
  <PresentationFormat>宽屏</PresentationFormat>
  <Paragraphs>27</Paragraphs>
  <Slides>8</Slides>
  <Notes>2</Notes>
  <HiddenSlides>0</HiddenSlides>
  <MMClips>1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MiSans</vt:lpstr>
      <vt:lpstr>MiSans Heavy</vt:lpstr>
      <vt:lpstr>Arial</vt:lpstr>
      <vt:lpstr>Calibri</vt:lpstr>
      <vt:lpstr>Wingdings</vt:lpstr>
      <vt:lpstr>WPS</vt:lpstr>
      <vt:lpstr>Office 主题</vt:lpstr>
      <vt:lpstr>MADE3机械忍者</vt:lpstr>
      <vt:lpstr>目录</vt:lpstr>
      <vt:lpstr>项目的介绍和要求</vt:lpstr>
      <vt:lpstr>PowerPoint 演示文稿</vt:lpstr>
      <vt:lpstr>matlab计算数值画图</vt:lpstr>
      <vt:lpstr>arduino实现</vt:lpstr>
      <vt:lpstr>PowerPoint 演示文稿</vt:lpstr>
      <vt:lpstr>感谢您的观看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煜暄 陈</cp:lastModifiedBy>
  <cp:revision>11</cp:revision>
  <dcterms:created xsi:type="dcterms:W3CDTF">2023-08-09T12:44:00Z</dcterms:created>
  <dcterms:modified xsi:type="dcterms:W3CDTF">2025-01-09T16:40:43Z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2052-12.1.0.19302</vt:lpwstr>
  </property>
</Properties>
</file>