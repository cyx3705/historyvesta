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73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7BF5"/>
    <a:srgbClr val="0048CE"/>
    <a:srgbClr val="0096B4"/>
    <a:srgbClr val="0A3D62"/>
    <a:srgbClr val="FFFC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625" y="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87317-EE7F-1948-FD15-EC0CC9298F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F87CB0-2553-E9FC-37CA-246176377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CED1A9-40A6-2448-17DC-C1D7DD4A6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F98C99-D519-81E1-8A7C-0F44CD31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A85B66-76CC-C7E7-C239-F2A802C5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651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DB95BC-7D54-8A28-9E11-CDF38E12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A462CC-3B6F-AB31-2DD6-BFC1D3411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239BC1-A9F3-83A5-8B0E-1356ECBBD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B70B96-4FEB-AB39-F869-318875040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184338-A658-8530-EF2A-67ADA30D8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398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03E38-DBE7-357B-CFCB-B87EC5946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0ABCCA-39D3-5697-B6CA-E2D72407D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CD69A0-67E5-7973-9456-8F0E7E6A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7CAF2B-32A0-73B7-0128-EA0A507E7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B83589-0D3B-CA0A-944A-459C7B35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774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95361B-90C8-988C-8C67-A1C8C140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7548D9-DE7A-4C49-2427-FF205215A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E71C06-2FAC-CC25-BC78-099A79D6A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72115E-0BE6-D52D-F681-F441AF634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5BB53D-BDCE-FFC6-5B2F-419BF88B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692B7A-49C1-1E9C-3000-8FE1E5DDA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37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795815-56E2-3C8C-3584-8F6A82D34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18DE5A-0FCA-2FD9-9ED4-6E05D7CEC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E7EC9A-92A1-EFA7-582F-0CE576CBF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D1D286-EB0F-8CD1-9BBB-60DC4EA1D2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9DEDD92-E27E-D748-170C-DBD08915FF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0BE9DE6-89E7-E0AB-54C8-DB504709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249B42-1047-89C5-EFD1-9D5AAD108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47B4958-5946-70D5-5447-46414A246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59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40BC7B-A631-EB0D-5ECF-8E54CF53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7A92B9-9C7E-217A-0C1E-4E2BFB07F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47A824C-B9AF-A24D-6ACB-2A533ABC2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571126-72BC-2F2C-32F5-4550C76B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211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245425E-63F1-8C7B-549D-2501738EB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15BD37-743A-3555-D594-4EB395EDB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8F4A7F-BBC8-8B36-2188-7AD1DB6C8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420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AC974-1F11-FBDF-E924-00EFB060D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E1FF8B-5449-16C1-9117-6A9AF3F19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33095F-2F71-A5EF-AA0E-E2E46581D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2D3D2C-C045-58EC-593E-01ED19C3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5534F9-98DA-7FFC-7497-068309D80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28BDC1-A0EA-621D-1E4F-B7AB87832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836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795EE-5CBD-2CA9-5410-1BD98349A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AAC34C-6561-C8CC-1C2F-6675652D18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B6923B-BE4B-0242-704E-A24ED1E39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7A3707-393A-AA57-BE0F-9146B734C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D6A942-7DEA-8CB8-E636-F99A852FE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2972AF-4114-7143-3BB1-BB1799CB0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813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DE440D-4A08-996F-6F9D-5EAACC1EC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A89773-6E70-2454-3694-6E6E94AE7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9AACA9-A3A4-7359-44D3-7B120F462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BC84EE-31D0-C11F-77B6-56A5F3D1D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59F289-437F-9D3E-AB4E-715543EF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12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66F4D7-A7D1-62BC-6AD1-86009288BD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DF113C-89AD-BBC1-2D33-805714412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74B0C4-B5CD-03FF-EA31-9602995C2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269FB6-3AFE-E1C1-A6D0-38908435D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49A872-3A4D-4886-370B-CEB3F6983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585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AC242A-94BD-4A9E-21E0-8F4C05481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124D57-F158-A3F1-64ED-D777AD5BC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E01C5B-1A48-0B0D-00BB-ED3B93CC61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A1311-718C-4E8E-8010-28C99C476D3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C69252-B5BF-21FB-31A8-10B7AC59C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3F8026-D52C-69F6-ABDA-B04755E87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848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03B6467-763A-9D02-53E0-49CDED985840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5F1B4B02-AA08-F23A-BC90-8368519466D7}"/>
              </a:ext>
            </a:extLst>
          </p:cNvPr>
          <p:cNvSpPr txBox="1">
            <a:spLocks/>
          </p:cNvSpPr>
          <p:nvPr/>
        </p:nvSpPr>
        <p:spPr>
          <a:xfrm>
            <a:off x="1524000" y="2297336"/>
            <a:ext cx="9144000" cy="1099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effectLst>
                  <a:innerShdw blurRad="114300">
                    <a:prstClr val="black"/>
                  </a:innerShdw>
                </a:effectLst>
                <a:latin typeface="+mn-ea"/>
                <a:ea typeface="+mn-ea"/>
              </a:rPr>
              <a:t>标题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E291F7-7C7C-34E1-755A-DD67448DE9EB}"/>
              </a:ext>
            </a:extLst>
          </p:cNvPr>
          <p:cNvSpPr/>
          <p:nvPr/>
        </p:nvSpPr>
        <p:spPr>
          <a:xfrm>
            <a:off x="0" y="4148805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7828951D-D130-BB31-6D00-5E23884CD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7751" y="4900655"/>
            <a:ext cx="3517260" cy="1205494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制作人 王小明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F712D54D-5998-E98F-5664-1AAA17813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11/14/2025 10:54:57 AM</a:t>
            </a:fld>
            <a:endParaRPr lang="zh-CN" altLang="en-US" sz="1400" b="1" dirty="0">
              <a:solidFill>
                <a:srgbClr val="0096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5CC1B96B-F4FD-1310-5BA7-318A63CA8D5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12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FDFFA-7225-6DC6-8F5A-9EF12E962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355744B-45F1-D3D2-4542-BB06029776E0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1B7505-5F3C-36F1-0F81-ED55EC9A81CA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84AC7C2-E82B-3795-B485-7DECE7C37686}"/>
              </a:ext>
            </a:extLst>
          </p:cNvPr>
          <p:cNvSpPr txBox="1">
            <a:spLocks/>
          </p:cNvSpPr>
          <p:nvPr/>
        </p:nvSpPr>
        <p:spPr>
          <a:xfrm>
            <a:off x="1685686" y="760689"/>
            <a:ext cx="3233011" cy="1292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6000" b="1" dirty="0">
                <a:latin typeface="+mn-ea"/>
                <a:ea typeface="+mn-ea"/>
              </a:rPr>
              <a:t>目录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B06544-18DC-8820-7975-217DF2D8B31B}"/>
              </a:ext>
            </a:extLst>
          </p:cNvPr>
          <p:cNvSpPr/>
          <p:nvPr/>
        </p:nvSpPr>
        <p:spPr>
          <a:xfrm>
            <a:off x="1610015" y="2458115"/>
            <a:ext cx="136026" cy="143584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74C6DA-EA88-8B5D-DFAD-3E9BB6239C8E}"/>
              </a:ext>
            </a:extLst>
          </p:cNvPr>
          <p:cNvSpPr/>
          <p:nvPr/>
        </p:nvSpPr>
        <p:spPr>
          <a:xfrm>
            <a:off x="1610015" y="3318693"/>
            <a:ext cx="136026" cy="143584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003B26-6273-B383-1438-0C6725968588}"/>
              </a:ext>
            </a:extLst>
          </p:cNvPr>
          <p:cNvSpPr/>
          <p:nvPr/>
        </p:nvSpPr>
        <p:spPr>
          <a:xfrm>
            <a:off x="1610015" y="4179271"/>
            <a:ext cx="136026" cy="143584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8D6A76-CEDC-15CA-F25C-FDDF1BFE9CAF}"/>
              </a:ext>
            </a:extLst>
          </p:cNvPr>
          <p:cNvSpPr/>
          <p:nvPr/>
        </p:nvSpPr>
        <p:spPr>
          <a:xfrm>
            <a:off x="1610015" y="5039849"/>
            <a:ext cx="136026" cy="143584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C516E1A-2B28-37F2-0FCF-6439294ED17E}"/>
              </a:ext>
            </a:extLst>
          </p:cNvPr>
          <p:cNvSpPr txBox="1"/>
          <p:nvPr/>
        </p:nvSpPr>
        <p:spPr>
          <a:xfrm>
            <a:off x="2270877" y="3098097"/>
            <a:ext cx="612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48CE"/>
                </a:solidFill>
              </a:rPr>
              <a:t>设计创新点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BE3C3F-BA9F-9506-BF48-8E4736934F2F}"/>
              </a:ext>
            </a:extLst>
          </p:cNvPr>
          <p:cNvSpPr txBox="1"/>
          <p:nvPr/>
        </p:nvSpPr>
        <p:spPr>
          <a:xfrm>
            <a:off x="2270875" y="3958675"/>
            <a:ext cx="612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48CE"/>
                </a:solidFill>
              </a:rPr>
              <a:t>主要设计难点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A00FC14-B131-15EE-46CE-A39525270C23}"/>
              </a:ext>
            </a:extLst>
          </p:cNvPr>
          <p:cNvSpPr txBox="1"/>
          <p:nvPr/>
        </p:nvSpPr>
        <p:spPr>
          <a:xfrm>
            <a:off x="2270876" y="4819253"/>
            <a:ext cx="612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48CE"/>
                </a:solidFill>
              </a:rPr>
              <a:t>接下来的规划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6C14CB-3497-B49B-C8D4-E0AFBC6FC128}"/>
              </a:ext>
            </a:extLst>
          </p:cNvPr>
          <p:cNvSpPr txBox="1"/>
          <p:nvPr/>
        </p:nvSpPr>
        <p:spPr>
          <a:xfrm>
            <a:off x="2270877" y="2237519"/>
            <a:ext cx="612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48CE"/>
                </a:solidFill>
              </a:rPr>
              <a:t>主要设计安排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2E6669-4FF9-541C-621A-6FAA63B8EA2B}"/>
              </a:ext>
            </a:extLst>
          </p:cNvPr>
          <p:cNvSpPr txBox="1"/>
          <p:nvPr/>
        </p:nvSpPr>
        <p:spPr>
          <a:xfrm>
            <a:off x="2270876" y="5679831"/>
            <a:ext cx="612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48CE"/>
                </a:solidFill>
              </a:rPr>
              <a:t>总结与展望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E56AE9-95F8-379E-7FEE-CAFC3EEBB9F3}"/>
              </a:ext>
            </a:extLst>
          </p:cNvPr>
          <p:cNvSpPr/>
          <p:nvPr/>
        </p:nvSpPr>
        <p:spPr>
          <a:xfrm>
            <a:off x="1610015" y="5900427"/>
            <a:ext cx="136026" cy="143584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徽标&#10;&#10;AI 生成的内容可能不正确。">
            <a:extLst>
              <a:ext uri="{FF2B5EF4-FFF2-40B4-BE49-F238E27FC236}">
                <a16:creationId xmlns:a16="http://schemas.microsoft.com/office/drawing/2014/main" id="{23FDCDAC-9819-1467-236D-5C581296920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35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1BD646-838B-2071-AE7E-E2EAD94A6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BB2B750-3E03-C0C8-67B9-192E4B9BCEAA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414B79-C6DC-2DFE-D9CD-5C62B5D5D4B1}"/>
              </a:ext>
            </a:extLst>
          </p:cNvPr>
          <p:cNvSpPr/>
          <p:nvPr/>
        </p:nvSpPr>
        <p:spPr>
          <a:xfrm>
            <a:off x="0" y="4148805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D1E3830A-65AA-9A7B-02C0-342521E19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7751" y="4900655"/>
            <a:ext cx="3517260" cy="1205494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介绍有关部分</a:t>
            </a:r>
            <a:endParaRPr lang="en-US" altLang="zh-CN" sz="3200" b="1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的分工与安排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23D3ADBF-4AFC-CCC2-9583-4CB1F2DB9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11/14/2025 10:56:04 AM</a:t>
            </a:fld>
            <a:endParaRPr lang="zh-CN" altLang="en-US" sz="1400" b="1" dirty="0">
              <a:solidFill>
                <a:srgbClr val="0096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9D0C88-12C8-B08E-1A88-2C340F798154}"/>
              </a:ext>
            </a:extLst>
          </p:cNvPr>
          <p:cNvSpPr txBox="1"/>
          <p:nvPr/>
        </p:nvSpPr>
        <p:spPr>
          <a:xfrm>
            <a:off x="3045093" y="2058914"/>
            <a:ext cx="60949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/>
              <a:t>主要设计安排</a:t>
            </a: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900EBE30-110E-570C-A17B-1357D01287E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963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0225D-3F2D-B929-89C3-FA6883211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58F66D8-9C85-0B6E-86F2-EF89B0FD9A30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46D18A-D547-88A1-DF73-23FE03A6E744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27BC13CC-BC92-B8A4-C971-AD9CD4444083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主要设计安排</a:t>
            </a: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CC053D65-26B9-B441-0558-973847037A3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304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84B31-ED15-B55C-7160-E7212092E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B1A5990-195A-A2F7-78A6-55E997C6D1A7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F80DD2-07CE-CDFF-53A2-5540DC0A964F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3712CC9-C771-4BB3-4D74-C13AF679A243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主要设计安排</a:t>
            </a: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DCC1C085-F0FF-C0AC-0678-89EEF1FE91B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024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36DEF-A8A3-249E-AEAF-B87D4F84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BEB91E4-9B70-1A70-05DC-BCBCE47D42B0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9A4F58-3216-0759-EBCB-4066F6EBFCA7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EB27059-DA1E-9A50-2D05-78DFAF4053E9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主要设计安排</a:t>
            </a: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0220A979-C458-F381-70DD-7545ABF92D5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26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EC9752-F113-86CD-71A7-F81D1FF79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C086FB3-8F05-DF86-337B-25FD87858D80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03A330-E95A-B200-2A00-69988F326D2A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73AB06F4-C672-FEB9-841D-0E58D7E8CAAA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主要设计安排</a:t>
            </a:r>
          </a:p>
        </p:txBody>
      </p:sp>
      <p:pic>
        <p:nvPicPr>
          <p:cNvPr id="5" name="图片 4" descr="徽标&#10;&#10;AI 生成的内容可能不正确。">
            <a:extLst>
              <a:ext uri="{FF2B5EF4-FFF2-40B4-BE49-F238E27FC236}">
                <a16:creationId xmlns:a16="http://schemas.microsoft.com/office/drawing/2014/main" id="{0CACB1C6-241D-0451-D06E-FF9F4A4E09E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514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2EC7C-6960-7EFD-2B46-25A8837E5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BA7EE98-90E2-1FD3-65E1-7902690D96A1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E6D4E67-2C1E-AA7E-53DC-639F3FE8E002}"/>
              </a:ext>
            </a:extLst>
          </p:cNvPr>
          <p:cNvSpPr/>
          <p:nvPr/>
        </p:nvSpPr>
        <p:spPr>
          <a:xfrm>
            <a:off x="0" y="4148807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EA7ECD4E-B21F-EB65-5CC5-50F894D9E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7751" y="4900655"/>
            <a:ext cx="3517260" cy="1205494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介绍几个新</a:t>
            </a:r>
            <a:endParaRPr lang="en-US" altLang="zh-CN" sz="3200" b="1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的设计与想法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290565C4-084A-EEF0-FDE0-2EB5E689E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11/14/2025 10:54:12 AM</a:t>
            </a:fld>
            <a:endParaRPr lang="zh-CN" altLang="en-US" sz="1400" b="1" dirty="0">
              <a:solidFill>
                <a:srgbClr val="0096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C30A862-A58D-793A-2404-8EE0017FC568}"/>
              </a:ext>
            </a:extLst>
          </p:cNvPr>
          <p:cNvSpPr txBox="1"/>
          <p:nvPr/>
        </p:nvSpPr>
        <p:spPr>
          <a:xfrm>
            <a:off x="3045093" y="2249386"/>
            <a:ext cx="60949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/>
              <a:t>设计创新点</a:t>
            </a:r>
          </a:p>
        </p:txBody>
      </p:sp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9C019256-55CC-E25C-F092-A5AA10CA9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5" y="164735"/>
            <a:ext cx="2008800" cy="64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419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03F8C-C045-90F0-A222-070B35787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C1B2792-69C3-C466-E7EA-417A80EC82BB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41BCEB-F417-F8EE-344B-EB83CCF99B93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A80A810-8913-F220-68A6-39FB751BF7F0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设计创新点</a:t>
            </a: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515428D3-116D-6FA5-00BB-688F2357BF4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176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20043-3752-6B5B-403D-9898552D5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D860C2E-D041-938F-7BF3-4F968BF8D321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9AC269-712C-6EEF-0FE7-E187850D887E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78EB67BA-7F2B-3602-45FC-3077F436A0E4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设计创新点</a:t>
            </a: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13C66E01-CEF4-4A60-178A-60CF8406C29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1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E3B45-CCB9-4C47-4066-6CF2606ED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7770353-D84D-1ECA-D72B-2B275BC24BB3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BA7F92-D9CE-8A0C-B511-4C88D3ECEE48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242F033-DCD9-F194-93B4-DC4D33BE030F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设计创新点</a:t>
            </a: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6E82F45E-35AA-FBDA-9C6A-345E95D2DA9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4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D2D43-DEE3-B75E-637B-B0F4B7AC9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0C7F41B-A665-5E04-71D6-3E29222DA6F3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5B362D-720E-5B69-5579-842BC1C1A454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D9D74187-D9FF-008C-4D63-99989B54BF30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设计创新点</a:t>
            </a: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CD2C38C8-149A-BDAE-8668-DA0517A8EF5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050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93E230-D23D-B963-D27F-CE6D0C2B7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288221B-A446-666D-92CB-0F0BF1CDDC89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7A354F-AF57-7422-DDE5-81A1986399EE}"/>
              </a:ext>
            </a:extLst>
          </p:cNvPr>
          <p:cNvSpPr/>
          <p:nvPr/>
        </p:nvSpPr>
        <p:spPr>
          <a:xfrm>
            <a:off x="-50800" y="4148807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DD31E354-877F-B5F2-73B4-AA7F720A7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7751" y="4900655"/>
            <a:ext cx="3517260" cy="1205494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设计遇到的</a:t>
            </a:r>
            <a:endParaRPr lang="en-US" altLang="zh-CN" sz="3200" b="1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不确定和难点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478FBE7A-40FE-3C72-D9B7-5F238B238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11/14/2025 10:58:08 AM</a:t>
            </a:fld>
            <a:endParaRPr lang="zh-CN" altLang="en-US" sz="1400" b="1" dirty="0">
              <a:solidFill>
                <a:srgbClr val="0096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F87A3EB-05B5-DA0C-754A-2BACB7C60432}"/>
              </a:ext>
            </a:extLst>
          </p:cNvPr>
          <p:cNvSpPr txBox="1"/>
          <p:nvPr/>
        </p:nvSpPr>
        <p:spPr>
          <a:xfrm>
            <a:off x="3045093" y="2249386"/>
            <a:ext cx="60949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/>
              <a:t>主要设计难点</a:t>
            </a: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AA3F957F-24AE-94C9-BF68-E0C0B72325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416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ADB015-7DC2-4F08-710E-193AC6B81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4B1F38C-5B59-6582-F138-A9D5667D8250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B2C2D2-DA16-5F2D-B086-7531318C0D89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D64B9A6A-1F5A-CA42-95E8-90BF5132E32D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主要设计难点</a:t>
            </a: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B5061354-F9A3-2BE0-ED9C-76C0BCCB043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80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4C00F-8887-D131-E19F-062507C39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D838823-4074-60FD-918B-DE20F96E103C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14F729-D65E-9381-2DF8-4FE946E3DAA0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B989CFC-3E03-0F59-D0E9-0CAA82EC17A0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主要设计难点</a:t>
            </a: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7E76806C-5B39-1A83-00B9-CD912A7B745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696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5C2AF-556B-9621-BD57-FBFA6AA27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0D78FB6-091F-2022-9C78-EB7F20D26C08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DB9CEB-AFB3-56FC-C858-B8B43A79F521}"/>
              </a:ext>
            </a:extLst>
          </p:cNvPr>
          <p:cNvSpPr/>
          <p:nvPr/>
        </p:nvSpPr>
        <p:spPr>
          <a:xfrm>
            <a:off x="0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85772F1B-21CC-FF92-08CE-8CD64AD83E53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主要设计难点</a:t>
            </a: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8A69AECE-4034-0ECF-5BAE-6438F6D2855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556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64D61C-98BC-1000-D73F-057D49919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B0E8B1B-EAA7-F736-1500-1CA149A1E8DD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8E07A2-384C-ACA1-2AA8-0EFE0C555FBF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20C251A3-3BA2-59F8-0319-81AA282CB128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主要设计难点</a:t>
            </a: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0E2EF0C2-B482-72A2-E97F-8759F488688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810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6B166B-DF22-82F8-A374-B42F4283E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B853696-25E0-648F-25C1-4C1C045C864A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2F2127-8289-3911-873B-B8B458DCDD53}"/>
              </a:ext>
            </a:extLst>
          </p:cNvPr>
          <p:cNvSpPr/>
          <p:nvPr/>
        </p:nvSpPr>
        <p:spPr>
          <a:xfrm>
            <a:off x="0" y="4148807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D0674884-996F-82E0-017A-4ECABC69E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7751" y="4900655"/>
            <a:ext cx="3517260" cy="1205494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接下来需要做部分未达到的遗憾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5A6E5C74-36FF-DC30-7F88-FEE1AE672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11/14/2025 10:59:11 AM</a:t>
            </a:fld>
            <a:endParaRPr lang="zh-CN" altLang="en-US" sz="1400" b="1" dirty="0">
              <a:solidFill>
                <a:srgbClr val="0096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C67AC4-919A-C2E0-F471-E99DB7D5C825}"/>
              </a:ext>
            </a:extLst>
          </p:cNvPr>
          <p:cNvSpPr txBox="1"/>
          <p:nvPr/>
        </p:nvSpPr>
        <p:spPr>
          <a:xfrm>
            <a:off x="3045093" y="2249386"/>
            <a:ext cx="60949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/>
              <a:t>接下来的规划</a:t>
            </a: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D479C517-B26F-2B51-F795-C70E5193054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445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3B666-6CF1-A393-0663-AD1A9AC88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E621D31-4CB9-B274-8807-DA2D65816D1C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533B91-FB62-3FF3-6962-B25DAA8A4A9F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DF3B1CF-7975-4412-98F0-32FF72F44D38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接下来的规划</a:t>
            </a: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2F1D7FFF-1DBB-093E-4127-CA20C94203E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037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2B1A5F-3FC7-633D-B33F-CF6F83561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90CE197-3686-4B01-5C90-04CEC9212F5F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96CA2C9-4BE2-578F-9DDE-F5950D93ED03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7BED06A0-CA3B-ADCD-8694-DA8FD461B51E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接下来的规划</a:t>
            </a: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2121F946-A03C-5F56-A4C7-A01BD4814C8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2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4057B-4949-9E0C-F8BF-AAA443B3F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982514C-FE75-458B-0E8C-FA5BD22DD885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3999D6-8ECA-0A7E-5CBB-EC754869089B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A80CDD0-CBF4-00D2-6768-4E8332415377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接下来的规划</a:t>
            </a: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D5019EFD-ED7A-6836-CBB9-E8E85CEE20D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966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B01EE-E148-643D-97C7-397A549AD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A2B449D-C3F2-3DAF-525A-14F8CBC5027A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72CE05-CF5B-D4CB-4665-EB78128FABBF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29C5D16-56F4-F83B-85B4-C6596A765F2C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接下来的规划</a:t>
            </a: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EC19D602-CD34-259A-F331-2BF243A9F7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991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EFE05B-7645-F94F-C588-20C92F4E6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F484ED5-7D05-E6FB-7077-019C0E601A5D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1729F9D-AE1B-2A1B-F0C9-5D7752704456}"/>
              </a:ext>
            </a:extLst>
          </p:cNvPr>
          <p:cNvSpPr/>
          <p:nvPr/>
        </p:nvSpPr>
        <p:spPr>
          <a:xfrm>
            <a:off x="0" y="4148805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41521101-0052-C9AE-2B42-EE4744E60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rgbClr val="0096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11/14/2025 11:00:18 AM</a:t>
            </a:fld>
            <a:endParaRPr lang="zh-CN" altLang="en-US" sz="1400" b="1" dirty="0">
              <a:solidFill>
                <a:srgbClr val="0096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611506-9CF2-CED6-0673-98E0CC70569D}"/>
              </a:ext>
            </a:extLst>
          </p:cNvPr>
          <p:cNvSpPr txBox="1"/>
          <p:nvPr/>
        </p:nvSpPr>
        <p:spPr>
          <a:xfrm>
            <a:off x="3045093" y="2249386"/>
            <a:ext cx="60949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/>
              <a:t>总结与展望</a:t>
            </a: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19297531-6A0F-36BF-9120-D184A0E0E28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21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EFB84F-8C3A-DF2B-5AB3-1A1838206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D6BE0FD-4A42-40D8-5892-C79B4FE45942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77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87F5B3-B8AC-FF1E-4F10-527D3E858F0B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29962419-950E-2F5C-3A2B-CC4EE1AB3A23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总结与展望</a:t>
            </a:r>
          </a:p>
        </p:txBody>
      </p:sp>
      <p:pic>
        <p:nvPicPr>
          <p:cNvPr id="2" name="图片 1" descr="徽标&#10;&#10;AI 生成的内容可能不正确。">
            <a:extLst>
              <a:ext uri="{FF2B5EF4-FFF2-40B4-BE49-F238E27FC236}">
                <a16:creationId xmlns:a16="http://schemas.microsoft.com/office/drawing/2014/main" id="{FFB78861-4A09-C437-C68A-84D150DD969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85" b="27316"/>
          <a:stretch>
            <a:fillRect/>
          </a:stretch>
        </p:blipFill>
        <p:spPr>
          <a:xfrm>
            <a:off x="184195" y="166221"/>
            <a:ext cx="1741461" cy="6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348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152</Words>
  <Application>Microsoft Office PowerPoint</Application>
  <PresentationFormat>宽屏</PresentationFormat>
  <Paragraphs>49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c0 ex</dc:creator>
  <cp:lastModifiedBy>苏雯 王</cp:lastModifiedBy>
  <cp:revision>7</cp:revision>
  <dcterms:created xsi:type="dcterms:W3CDTF">2025-09-25T15:24:44Z</dcterms:created>
  <dcterms:modified xsi:type="dcterms:W3CDTF">2025-11-14T03:00:35Z</dcterms:modified>
</cp:coreProperties>
</file>